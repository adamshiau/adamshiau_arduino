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9" r:id="rId10"/>
    <p:sldId id="264" r:id="rId11"/>
    <p:sldId id="265" r:id="rId12"/>
    <p:sldId id="266" r:id="rId13"/>
    <p:sldId id="267" r:id="rId14"/>
    <p:sldId id="268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11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458115-95B7-E906-C014-8A87CCE4B6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B598841-EC9C-DCBB-00A6-F1C6DC8D07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A1A6AAE-EE9F-D4C1-B4BF-EC6766C33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46039-F39E-402B-AA7C-A1BF0BC933A9}" type="datetimeFigureOut">
              <a:rPr lang="zh-TW" altLang="en-US" smtClean="0"/>
              <a:t>2026/1/11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AA25EB9-6668-743F-9127-80BD012A0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A6455BB-9DD3-EE59-7B44-0249359C0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FF264-4FC1-4C23-A568-7223105531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6617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18FCEE-4A5B-1B49-8A69-B91573681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7FF3F39-2F5D-FDDD-6BB5-DA110DA1CB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D8B8877-5461-13B0-8263-01727F80F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46039-F39E-402B-AA7C-A1BF0BC933A9}" type="datetimeFigureOut">
              <a:rPr lang="zh-TW" altLang="en-US" smtClean="0"/>
              <a:t>2026/1/11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0B53F02-5BD5-C03A-2B88-DA3E6FE69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11B9C47-CA7D-3381-4AFC-BC8AD0671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FF264-4FC1-4C23-A568-7223105531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4861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3DF290-68C3-B9A5-64EE-029981A27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A37C704-EF6B-6E1B-1174-E674831DCB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4FE4E71-BE1F-56DE-860B-67F3332D4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46039-F39E-402B-AA7C-A1BF0BC933A9}" type="datetimeFigureOut">
              <a:rPr lang="zh-TW" altLang="en-US" smtClean="0"/>
              <a:t>2026/1/11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C8FFDC3-651E-F8DE-FF4A-4162D7551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313954B-FE38-4A73-F540-432707CC7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FF264-4FC1-4C23-A568-7223105531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2175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9AF7F2-D7B7-FDA9-26D4-FC173280F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1B82A0-0F15-526E-4E48-0C65047A8D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5FB7654-312B-7243-9B6E-6ADA84AB4D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B5EDF2C-E078-27F3-45E3-3C7DB72E7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46039-F39E-402B-AA7C-A1BF0BC933A9}" type="datetimeFigureOut">
              <a:rPr lang="zh-TW" altLang="en-US" smtClean="0"/>
              <a:t>2026/1/11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F1C5630-DF4D-3C8B-70C3-A893E79D2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2615AB2-68BD-9B01-CBE3-1034BF320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FF264-4FC1-4C23-A568-7223105531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55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AC1A75E-B358-32D1-D664-E73F30D23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5C0FF3A-6530-A636-CAB9-335A4D2CC7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2C8E215-F0A2-0214-BBEB-D6AC4B5E38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F1F4C4A-679B-AD4C-380F-08C7D72E18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C803ACA-D983-3100-73A0-DAF8269C72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857A8824-C8FC-7BC8-A4B1-5E4AA02A6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46039-F39E-402B-AA7C-A1BF0BC933A9}" type="datetimeFigureOut">
              <a:rPr lang="zh-TW" altLang="en-US" smtClean="0"/>
              <a:t>2026/1/11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7A37F286-5454-C7FE-3D5B-061870AAA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ADED8EC6-7734-B680-DE49-6DAFA1B85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FF264-4FC1-4C23-A568-7223105531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1617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46183F-87A6-1B7C-5D85-50A92C831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077CDB6-69FE-2ACF-314B-8B1C66808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46039-F39E-402B-AA7C-A1BF0BC933A9}" type="datetimeFigureOut">
              <a:rPr lang="zh-TW" altLang="en-US" smtClean="0"/>
              <a:t>2026/1/11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41D8CAA-5823-2527-B755-EB06FBA24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67BF9F6-0916-5D8B-0E99-5A68AA13A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FF264-4FC1-4C23-A568-7223105531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19592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AE746279-1DF5-9995-EBDB-0614A70BE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46039-F39E-402B-AA7C-A1BF0BC933A9}" type="datetimeFigureOut">
              <a:rPr lang="zh-TW" altLang="en-US" smtClean="0"/>
              <a:t>2026/1/11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A72FC12-9683-F3F1-B15A-8A17E5FAF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29C85AC-8E59-D2AD-0B0A-4A4CA212B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FF264-4FC1-4C23-A568-7223105531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6269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F314ED-0E12-491B-C84C-8E849E974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4689019-CF79-002E-5837-09B3BCE9BA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B8F05F6-546C-8B42-2794-1781F451AD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EB16C73-E8FB-AEBF-92A7-144891C32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46039-F39E-402B-AA7C-A1BF0BC933A9}" type="datetimeFigureOut">
              <a:rPr lang="zh-TW" altLang="en-US" smtClean="0"/>
              <a:t>2026/1/11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270FAF7-B16C-C62A-B7C1-D4C6056BC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FC05ECB-58A6-BF4C-2496-F9987271D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FF264-4FC1-4C23-A568-7223105531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5299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D421CE-A1F5-E9D7-5E29-4955C5D4F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A3E52C5F-6572-1F26-6D60-8CFB52FD67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DBF6207-C86E-6160-D614-3CE46453B4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2EDC725-4E9D-2CD8-5561-677921849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46039-F39E-402B-AA7C-A1BF0BC933A9}" type="datetimeFigureOut">
              <a:rPr lang="zh-TW" altLang="en-US" smtClean="0"/>
              <a:t>2026/1/11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70A15A3-8362-9F81-3E6F-FFA11C4B3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5C3651D-95ED-EFED-6142-87B348589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FF264-4FC1-4C23-A568-7223105531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8174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D985C1-8ECB-B5F8-84F5-A208EEDCF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68B2ED5-FAE1-5202-2EA0-C5F16918E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10C42E9-6B94-4C92-F67F-1728E0931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46039-F39E-402B-AA7C-A1BF0BC933A9}" type="datetimeFigureOut">
              <a:rPr lang="zh-TW" altLang="en-US" smtClean="0"/>
              <a:t>2026/1/11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FBDA4DF-07D6-8F69-1EF7-7FB9F92F4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6D6D542-20E5-A983-3D79-B48D4845E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FF264-4FC1-4C23-A568-7223105531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1008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0510A42-DB11-C1EA-8EE2-54E7537B95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8A70354-EE31-19F9-487A-EDF64586BA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D91A67D-8FF0-1C25-4586-0402EB250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46039-F39E-402B-AA7C-A1BF0BC933A9}" type="datetimeFigureOut">
              <a:rPr lang="zh-TW" altLang="en-US" smtClean="0"/>
              <a:t>2026/1/11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3F7776F-945A-38B8-5D6F-9A5BDF23A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E52FC28-F189-B79F-20BE-D13C9030D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FF264-4FC1-4C23-A568-7223105531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3551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728C322-B455-463F-25D0-FA68E28C4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965CDEC-889D-4185-6425-673B3100B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4711685-3FE9-A194-7953-3AAE9A3D87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246039-F39E-402B-AA7C-A1BF0BC933A9}" type="datetimeFigureOut">
              <a:rPr lang="zh-TW" altLang="en-US" smtClean="0"/>
              <a:t>2026/1/11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C51908F-5280-79DD-D92C-07C3ECCAA1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1CF547A-FD38-D823-F63E-B0321D8237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CFF264-4FC1-4C23-A568-7223105531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3587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一張含有 文字, 字型, 螢幕擷取畫面, 白色 的圖片&#10;&#10;AI 產生的內容可能不正確。">
            <a:extLst>
              <a:ext uri="{FF2B5EF4-FFF2-40B4-BE49-F238E27FC236}">
                <a16:creationId xmlns:a16="http://schemas.microsoft.com/office/drawing/2014/main" id="{236FA713-1655-E4AA-920D-C5BAB934F9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618" y="902269"/>
            <a:ext cx="9984931" cy="3620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977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AC78E-AD4D-2471-7DB2-4B03E4AF1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0BA6A7C9-4D9E-F8FD-5F02-CAC78D64A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632" y="203951"/>
            <a:ext cx="5449429" cy="6450098"/>
          </a:xfrm>
          <a:prstGeom prst="rect">
            <a:avLst/>
          </a:prstGeom>
        </p:spPr>
      </p:pic>
      <p:pic>
        <p:nvPicPr>
          <p:cNvPr id="5" name="圖片 4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47D72AFF-73A8-E369-F5DF-FBD8450D38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8790" y="487017"/>
            <a:ext cx="6077578" cy="6077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009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E0442-58F6-EDA7-2DD4-A1EEDE745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0B3B3328-F85F-9CEF-0A23-37A3E2CB06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82" y="411122"/>
            <a:ext cx="5229596" cy="5353573"/>
          </a:xfrm>
          <a:prstGeom prst="rect">
            <a:avLst/>
          </a:prstGeom>
        </p:spPr>
      </p:pic>
      <p:pic>
        <p:nvPicPr>
          <p:cNvPr id="5" name="圖片 4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75EE41D1-97D8-F72E-29FE-99FB9D6D0E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0732" y="411123"/>
            <a:ext cx="4087703" cy="5353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2577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64686-E869-678C-849E-F5E97DA0F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31180315-CD19-43F6-BE23-22A020241A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3567" y="694579"/>
            <a:ext cx="6638648" cy="5468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438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92A05-C550-6894-7425-0B6BB7A23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A6A7B097-3637-9CE6-F0C3-BD584FF13D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3049" y="775917"/>
            <a:ext cx="4305901" cy="5306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108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079A2-BF38-5481-5C8C-763453FB2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3BC0C05B-52CF-19B7-9CC9-2D619E24C6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5643" y="146448"/>
            <a:ext cx="6415588" cy="6025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6037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A6CDF-25CA-704F-64FB-1657EB3A5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35794D65-9D3D-9EFB-5DDB-0C7C8AE1B5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2470" y="742575"/>
            <a:ext cx="5087060" cy="537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7902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2CD0D-22D8-349A-0FFD-F964BECE6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字型, 螢幕擷取畫面, 白色 的圖片&#10;&#10;AI 產生的內容可能不正確。">
            <a:extLst>
              <a:ext uri="{FF2B5EF4-FFF2-40B4-BE49-F238E27FC236}">
                <a16:creationId xmlns:a16="http://schemas.microsoft.com/office/drawing/2014/main" id="{DA255871-3169-1556-A06D-C917A0DA0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1" y="320432"/>
            <a:ext cx="2943636" cy="1486107"/>
          </a:xfrm>
          <a:prstGeom prst="rect">
            <a:avLst/>
          </a:prstGeom>
        </p:spPr>
      </p:pic>
      <p:pic>
        <p:nvPicPr>
          <p:cNvPr id="5" name="圖片 4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37F855B5-3E71-98C4-62DB-B63A545E28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1" y="2000621"/>
            <a:ext cx="3010320" cy="3572374"/>
          </a:xfrm>
          <a:prstGeom prst="rect">
            <a:avLst/>
          </a:prstGeom>
        </p:spPr>
      </p:pic>
      <p:pic>
        <p:nvPicPr>
          <p:cNvPr id="7" name="圖片 6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C5372E07-A288-E751-98D0-5963158113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9413" y="320432"/>
            <a:ext cx="3372321" cy="3743847"/>
          </a:xfrm>
          <a:prstGeom prst="rect">
            <a:avLst/>
          </a:prstGeom>
        </p:spPr>
      </p:pic>
      <p:pic>
        <p:nvPicPr>
          <p:cNvPr id="9" name="圖片 8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220A99BA-9E14-E4A8-96F9-7BA6E5EFBF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1519" y="268037"/>
            <a:ext cx="3381847" cy="3077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6479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BA80EA-6627-483D-EDC1-D46D6CF77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1D0B924-EF86-8425-ADB7-46442BCB27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77883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5381E-29B2-A23A-6B28-7C20BF8DA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字型, 白色, 螢幕擷取畫面 的圖片&#10;&#10;AI 產生的內容可能不正確。">
            <a:extLst>
              <a:ext uri="{FF2B5EF4-FFF2-40B4-BE49-F238E27FC236}">
                <a16:creationId xmlns:a16="http://schemas.microsoft.com/office/drawing/2014/main" id="{F19B513F-BC45-0F90-2AB4-89152BC91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8074" y="2271551"/>
            <a:ext cx="5915851" cy="2314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3611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AAFFE-7268-FCDE-7F96-004F337BD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字型, 白色, 收據 的圖片&#10;&#10;AI 產生的內容可能不正確。">
            <a:extLst>
              <a:ext uri="{FF2B5EF4-FFF2-40B4-BE49-F238E27FC236}">
                <a16:creationId xmlns:a16="http://schemas.microsoft.com/office/drawing/2014/main" id="{87B4DF48-29C0-6F7E-0887-8458AD7D5A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4869" y="170932"/>
            <a:ext cx="3153215" cy="1467055"/>
          </a:xfrm>
          <a:prstGeom prst="rect">
            <a:avLst/>
          </a:prstGeom>
        </p:spPr>
      </p:pic>
      <p:pic>
        <p:nvPicPr>
          <p:cNvPr id="5" name="圖片 4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E500B7C9-51BC-D996-3B0D-6D64E2E172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4322" y="1637987"/>
            <a:ext cx="5048955" cy="3381847"/>
          </a:xfrm>
          <a:prstGeom prst="rect">
            <a:avLst/>
          </a:prstGeom>
        </p:spPr>
      </p:pic>
      <p:pic>
        <p:nvPicPr>
          <p:cNvPr id="7" name="圖片 6" descr="一張含有 文字, 收據, 字型, 白色 的圖片&#10;&#10;AI 產生的內容可能不正確。">
            <a:extLst>
              <a:ext uri="{FF2B5EF4-FFF2-40B4-BE49-F238E27FC236}">
                <a16:creationId xmlns:a16="http://schemas.microsoft.com/office/drawing/2014/main" id="{F079A849-2A43-EBB8-E9D6-D0BE20A3B2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6153" y="5019834"/>
            <a:ext cx="6039693" cy="172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1922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91274-33E4-6EB5-3A7B-339EA14F1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70BF07FD-1EE2-8FFC-91B2-DF891AB5E6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361" y="823358"/>
            <a:ext cx="3734321" cy="4972744"/>
          </a:xfrm>
          <a:prstGeom prst="rect">
            <a:avLst/>
          </a:prstGeom>
        </p:spPr>
      </p:pic>
      <p:pic>
        <p:nvPicPr>
          <p:cNvPr id="5" name="圖片 4" descr="一張含有 文字, 字型, 白色, 代數 的圖片&#10;&#10;AI 產生的內容可能不正確。">
            <a:extLst>
              <a:ext uri="{FF2B5EF4-FFF2-40B4-BE49-F238E27FC236}">
                <a16:creationId xmlns:a16="http://schemas.microsoft.com/office/drawing/2014/main" id="{0A1519BF-949F-E047-CA3E-77F347C647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8002" y="689197"/>
            <a:ext cx="4029637" cy="1762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6900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76199-BA65-606C-BD47-CF193F2B6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48EAAC8F-6BC7-44EE-EFB0-BA41F3B316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1496" y="1418944"/>
            <a:ext cx="5249008" cy="4020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3931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36218-22D1-F131-2899-EC94FBEDB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字型, 設計 的圖片&#10;&#10;AI 產生的內容可能不正確。">
            <a:extLst>
              <a:ext uri="{FF2B5EF4-FFF2-40B4-BE49-F238E27FC236}">
                <a16:creationId xmlns:a16="http://schemas.microsoft.com/office/drawing/2014/main" id="{C07C4535-70B8-E029-C887-E87C86683B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6944" y="1723787"/>
            <a:ext cx="3658111" cy="3410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5646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9EAF4-94E0-3C98-EB05-F3BEE281B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圖表, 字型 的圖片&#10;&#10;AI 產生的內容可能不正確。">
            <a:extLst>
              <a:ext uri="{FF2B5EF4-FFF2-40B4-BE49-F238E27FC236}">
                <a16:creationId xmlns:a16="http://schemas.microsoft.com/office/drawing/2014/main" id="{3116DEDC-49F9-93B8-1C10-C5FC792ED1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303" y="556621"/>
            <a:ext cx="2619741" cy="5506218"/>
          </a:xfrm>
          <a:prstGeom prst="rect">
            <a:avLst/>
          </a:prstGeom>
        </p:spPr>
      </p:pic>
      <p:pic>
        <p:nvPicPr>
          <p:cNvPr id="5" name="圖片 4" descr="一張含有 文字, 字型, 收據, 白色 的圖片&#10;&#10;AI 產生的內容可能不正確。">
            <a:extLst>
              <a:ext uri="{FF2B5EF4-FFF2-40B4-BE49-F238E27FC236}">
                <a16:creationId xmlns:a16="http://schemas.microsoft.com/office/drawing/2014/main" id="{D15E14B1-D970-282A-FD84-489B6A8EAF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1635" y="1625381"/>
            <a:ext cx="3677163" cy="1162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3755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C7F7E-C6F1-DD4A-4810-A0469A203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C63F258B-8D4E-7A70-EBBE-287219635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6393" y="1861919"/>
            <a:ext cx="3801005" cy="313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6202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6B09A-C3CE-7D44-4921-015C37A80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7288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0</Words>
  <Application>Microsoft Office PowerPoint</Application>
  <PresentationFormat>寬螢幕</PresentationFormat>
  <Paragraphs>0</Paragraphs>
  <Slides>17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博文 蕭</dc:creator>
  <cp:lastModifiedBy>博文 蕭</cp:lastModifiedBy>
  <cp:revision>18</cp:revision>
  <dcterms:created xsi:type="dcterms:W3CDTF">2026-01-10T15:59:10Z</dcterms:created>
  <dcterms:modified xsi:type="dcterms:W3CDTF">2026-01-11T07:04:22Z</dcterms:modified>
</cp:coreProperties>
</file>