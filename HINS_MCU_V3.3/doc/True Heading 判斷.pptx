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1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00CC5C-3BAF-B33E-1B93-A54D5FC52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54AA4D2-5DE0-4142-2264-67204784B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E37F25-8735-F592-E95B-FB521A8DF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BBFAD-6CD3-4450-884B-685F38E3AF5E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A4A79B1-AEB0-0597-AD97-56896F2CE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A6FA0E-2F28-D1D1-43D5-C8CD5FF92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4942E-0723-4687-B96F-6E5DAA1AEE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3527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EF3A01-F221-DD68-4477-BB0A12F0D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21C40F3-3834-3DF5-9FA9-29726D079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CD17F1-4841-B5BB-5DBD-EBC90C73C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BBFAD-6CD3-4450-884B-685F38E3AF5E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2CA11A4-F232-813D-ABC9-2211BC16C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8B2EAE9-D014-7C1B-04F1-478FA8C0F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4942E-0723-4687-B96F-6E5DAA1AEE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2941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8204BB-9734-52A4-3702-911C889F9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2A2FB95-10B8-BFC9-1CBC-656CC96FA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70192A-D17C-4906-8353-82A71BFDC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BBFAD-6CD3-4450-884B-685F38E3AF5E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469464-552B-1D0F-32B5-EDC9AD011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D8C8D7-9BBF-18DD-74AB-4F83717CE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4942E-0723-4687-B96F-6E5DAA1AEE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1490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9B2C95-369A-890E-7E61-AAB32505A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AB79B4-EC01-B4B3-08B7-082D51113B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8650E45-33EC-E67D-D473-8BC95FB767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A55A762-9E14-C1BE-873C-768F29886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BBFAD-6CD3-4450-884B-685F38E3AF5E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82E4E82-C1BC-6ABB-64EC-E3AE98366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5D21C6B-DD7D-818B-1171-A4619CA50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4942E-0723-4687-B96F-6E5DAA1AEE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0993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AAEEE7-CF3A-4AF4-EB06-2376F5D0C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D9DD722-7037-5272-B084-7AF53D447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F877A35-F134-C039-FEE1-3730AFE59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A9F2F91-D341-1B63-5A2F-DE75F5770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D688BE0-8670-1918-F296-6EE5830A8D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0304BB9-B943-4FC4-6749-19F10804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BBFAD-6CD3-4450-884B-685F38E3AF5E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BE28C23-B0BD-B0BC-1F28-13A3B8172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D51639C-1E0D-4103-ED3F-0A4DE7799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4942E-0723-4687-B96F-6E5DAA1AEE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1265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E204CA-6F52-3C67-79D1-F74AAF415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935BC1D-7331-E642-0AF0-617B7C4B1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BBFAD-6CD3-4450-884B-685F38E3AF5E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4207309-5890-8190-26E9-889E2CE70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38E048A-AD28-5206-BF02-44F96AF99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4942E-0723-4687-B96F-6E5DAA1AEE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5741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0D5F72B-20D0-BE39-709F-4B83425F4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BBFAD-6CD3-4450-884B-685F38E3AF5E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56D1B61-F498-2663-4329-FF36AC48C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7B4D104-FDCE-B5F3-488E-23F46724A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4942E-0723-4687-B96F-6E5DAA1AEE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6122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749CA4-A0F5-78E9-122D-9F22C7A6B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D62369-6D05-0E23-D4FB-06445A0BB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AAD31EF-1F45-0BA4-2009-05F13119B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288B18B-03AE-C771-DA3E-D753A1FC1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BBFAD-6CD3-4450-884B-685F38E3AF5E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440AC9D-C93A-88A1-7393-4999DF6EF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FAC3F6B-4728-630C-9458-FB1F427B5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4942E-0723-4687-B96F-6E5DAA1AEE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5121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7D5B63-1FDF-E301-ACB1-0E168EC6B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26CCA08-410D-0F67-1C0C-8D3C694991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92BD809-0E8A-C8AF-7D13-25DA0BD52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1F6141D-46BC-35FA-402C-F474C5673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BBFAD-6CD3-4450-884B-685F38E3AF5E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D018FCD-AA64-B57D-72C2-2906C4052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FD03328-809B-8C4F-7A74-ED8BF2C30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4942E-0723-4687-B96F-6E5DAA1AEE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5202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B7420E-01CF-9002-E2A4-29089D87C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BE5F5B0-AA6B-93BF-D914-A8BFC6788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2C79AA-8FA2-74E4-7E71-2483F46F7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BBFAD-6CD3-4450-884B-685F38E3AF5E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E1AB0D-7EAC-0DD3-1D5A-8B44E888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B09E65-2DF0-BACA-4DBB-651DC851A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4942E-0723-4687-B96F-6E5DAA1AEE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3960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D23E6B6-56B6-6920-4A34-99315C93D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493C997-ED5C-8B66-401C-83090709F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03C9E1-32FA-FAEF-DE37-1BD03A5F3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BBFAD-6CD3-4450-884B-685F38E3AF5E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657416D-A0EB-6436-9059-7F2C30EFA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C7D23F-62CB-81FE-A5B8-77E664D79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4942E-0723-4687-B96F-6E5DAA1AEE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9796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6FCE8BA-E2AC-E04B-BF40-9E2252104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9ED4E80-9F64-5DE8-23CF-8CBABBC61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6D3B580-2857-E2B6-5FBD-8862C5BBB7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BBFAD-6CD3-4450-884B-685F38E3AF5E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D79A05-3125-13C8-7C60-821B72D6F8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9776D11-0B4B-2828-7FC2-9EAFBC52C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F4942E-0723-4687-B96F-6E5DAA1AEE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1142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B9A1D88-FD48-44EE-2406-8524F76F88D9}"/>
              </a:ext>
            </a:extLst>
          </p:cNvPr>
          <p:cNvSpPr/>
          <p:nvPr/>
        </p:nvSpPr>
        <p:spPr>
          <a:xfrm>
            <a:off x="6458620" y="222571"/>
            <a:ext cx="1752600" cy="7789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Heading data update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572A87E-1CD2-2882-C38C-28018BFFBE47}"/>
              </a:ext>
            </a:extLst>
          </p:cNvPr>
          <p:cNvSpPr txBox="1"/>
          <p:nvPr/>
        </p:nvSpPr>
        <p:spPr>
          <a:xfrm>
            <a:off x="7770953" y="1213174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Y</a:t>
            </a:r>
            <a:endParaRPr lang="zh-TW" altLang="en-US" sz="1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70D520-63C1-A8C5-F29E-EC058355D061}"/>
              </a:ext>
            </a:extLst>
          </p:cNvPr>
          <p:cNvSpPr/>
          <p:nvPr/>
        </p:nvSpPr>
        <p:spPr>
          <a:xfrm>
            <a:off x="6451599" y="1732621"/>
            <a:ext cx="1752600" cy="7789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GNSS fix type &gt;= 1 &amp; Valid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068B9EB-B2C3-B386-0351-934F2FE1D5D5}"/>
              </a:ext>
            </a:extLst>
          </p:cNvPr>
          <p:cNvSpPr txBox="1"/>
          <p:nvPr/>
        </p:nvSpPr>
        <p:spPr>
          <a:xfrm>
            <a:off x="7770953" y="2655016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Y</a:t>
            </a:r>
            <a:endParaRPr lang="zh-TW" altLang="en-US" sz="1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7DD4397-BAFB-63C3-2199-183025B9D22F}"/>
              </a:ext>
            </a:extLst>
          </p:cNvPr>
          <p:cNvSpPr txBox="1"/>
          <p:nvPr/>
        </p:nvSpPr>
        <p:spPr>
          <a:xfrm>
            <a:off x="8954480" y="1520951"/>
            <a:ext cx="311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N</a:t>
            </a:r>
            <a:endParaRPr lang="zh-TW" altLang="en-US" sz="1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DAAFF3-0FF2-8848-0087-6AE44FE6FD96}"/>
              </a:ext>
            </a:extLst>
          </p:cNvPr>
          <p:cNvSpPr/>
          <p:nvPr/>
        </p:nvSpPr>
        <p:spPr>
          <a:xfrm>
            <a:off x="6451599" y="3106255"/>
            <a:ext cx="1752600" cy="7789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heading offset</a:t>
            </a:r>
            <a:endParaRPr lang="zh-TW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D8F321-E507-897B-BA76-AB97AA64B40F}"/>
              </a:ext>
            </a:extLst>
          </p:cNvPr>
          <p:cNvSpPr/>
          <p:nvPr/>
        </p:nvSpPr>
        <p:spPr>
          <a:xfrm>
            <a:off x="10016066" y="1732621"/>
            <a:ext cx="1752600" cy="7789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 true heading</a:t>
            </a:r>
            <a:endParaRPr lang="zh-TW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0EFA1A7D-A3BB-D5D9-A5AF-89556E899C81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8204199" y="2122088"/>
            <a:ext cx="18118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79C2A366-FDEA-938C-790E-F497D0453186}"/>
              </a:ext>
            </a:extLst>
          </p:cNvPr>
          <p:cNvCxnSpPr>
            <a:stCxn id="6" idx="2"/>
            <a:endCxn id="9" idx="0"/>
          </p:cNvCxnSpPr>
          <p:nvPr/>
        </p:nvCxnSpPr>
        <p:spPr>
          <a:xfrm>
            <a:off x="7327899" y="2511554"/>
            <a:ext cx="0" cy="5947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58218835-C1D9-1818-8CB3-4B9E35322E4B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7327899" y="1001504"/>
            <a:ext cx="7021" cy="7311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3AD048A5-F06D-6D0D-C03A-89D85E38B2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64521"/>
              </p:ext>
            </p:extLst>
          </p:nvPr>
        </p:nvGraphicFramePr>
        <p:xfrm>
          <a:off x="441412" y="2197781"/>
          <a:ext cx="442269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122957774"/>
                    </a:ext>
                  </a:extLst>
                </a:gridCol>
                <a:gridCol w="679577">
                  <a:extLst>
                    <a:ext uri="{9D8B030D-6E8A-4147-A177-3AD203B41FA5}">
                      <a16:colId xmlns:a16="http://schemas.microsoft.com/office/drawing/2014/main" val="2944301273"/>
                    </a:ext>
                  </a:extLst>
                </a:gridCol>
                <a:gridCol w="1033780">
                  <a:extLst>
                    <a:ext uri="{9D8B030D-6E8A-4147-A177-3AD203B41FA5}">
                      <a16:colId xmlns:a16="http://schemas.microsoft.com/office/drawing/2014/main" val="2311267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Item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byte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47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err="1"/>
                        <a:t>hins</a:t>
                      </a:r>
                      <a:r>
                        <a:rPr lang="en-US" altLang="zh-TW" dirty="0"/>
                        <a:t>-&gt;</a:t>
                      </a:r>
                      <a:r>
                        <a:rPr lang="en-US" altLang="zh-TW" dirty="0" err="1"/>
                        <a:t>fix_type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uint8_t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839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err="1"/>
                        <a:t>hins</a:t>
                      </a:r>
                      <a:r>
                        <a:rPr lang="en-US" altLang="zh-TW" dirty="0"/>
                        <a:t>-&gt;</a:t>
                      </a:r>
                      <a:r>
                        <a:rPr lang="en-US" altLang="zh-TW" dirty="0" err="1"/>
                        <a:t>valid_flag_da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uint16_t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078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err="1"/>
                        <a:t>hins</a:t>
                      </a:r>
                      <a:r>
                        <a:rPr lang="en-US" altLang="zh-TW" dirty="0"/>
                        <a:t>-&gt;</a:t>
                      </a:r>
                      <a:r>
                        <a:rPr lang="en-US" altLang="zh-TW" dirty="0" err="1"/>
                        <a:t>heading_da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float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426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err="1"/>
                        <a:t>imu_heading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float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154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err="1"/>
                        <a:t>g_heading_offset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float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480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err="1"/>
                        <a:t>hins</a:t>
                      </a:r>
                      <a:r>
                        <a:rPr lang="en-US" altLang="zh-TW" dirty="0"/>
                        <a:t>-&gt;</a:t>
                      </a:r>
                      <a:r>
                        <a:rPr lang="en-US" altLang="zh-TW" dirty="0" err="1"/>
                        <a:t>gps_tow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double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869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906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7D1D2-582A-1502-0A63-9683ED86C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0025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28E15-ADCD-8060-63A4-7E430D2C7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7162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933DF-2038-0B21-9776-D72794F19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9573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67</Words>
  <Application>Microsoft Office PowerPoint</Application>
  <PresentationFormat>寬螢幕</PresentationFormat>
  <Paragraphs>27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Shiau</dc:creator>
  <cp:lastModifiedBy>Adam Shiau</cp:lastModifiedBy>
  <cp:revision>1</cp:revision>
  <dcterms:created xsi:type="dcterms:W3CDTF">2026-01-30T01:28:07Z</dcterms:created>
  <dcterms:modified xsi:type="dcterms:W3CDTF">2026-01-30T07:51:06Z</dcterms:modified>
</cp:coreProperties>
</file>