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6948C-B410-C220-C44D-8ABC5F9D0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0F42DE3-4FCC-E6EB-93AF-4056C0FE1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355C98-A7BC-DE78-2F90-5DB2C163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0BEAAD-4E37-0017-68A7-C03AB794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DF0579-0D7C-9CC3-10C3-47FB16E30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726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10EBDD-A9EC-EDA1-90A5-D7F93696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424761-403B-8E4E-5135-BD4879E7C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D470F0-C726-DF75-FB22-811B5B9A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B0B824-46B1-082C-BE6D-25692234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93E5B5-8785-7D49-F601-FE8446CA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91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10B09-68D7-F4B6-1BCC-1742EEF9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96DCF5-C4A8-7F78-3277-0216A1749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3E0666-F34C-C633-182A-239CEB935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3B8391-8F64-FE79-15A1-3D30F818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668D7E-3601-5DB4-F008-B323E044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412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3654CF-FE08-8B52-152A-ACAAFA1A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713E47-57C2-81CE-A8E2-FC4CF3905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5C837C-A17B-F845-C076-45AE899DB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266558-D7DE-B65E-67A7-637F731A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E4888E-E318-9C23-F7B7-97C2277D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0805B29-FF9A-72BB-622C-73E54D7E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3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015B70-042A-17C3-F3C3-D116E948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8D499E-86F2-EE12-C90E-A6F1A5F9C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F4CCD6-4F17-B4AC-698F-B5040148E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FAC0277-7FB4-C0E9-76AF-3A5798612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2350FB6-6E79-DD4E-81DD-1F5438E4B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7E07C2B-1300-92F9-FC9A-A592AC4AF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D89B93D-4A2B-8DA3-7BA4-F01ED355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173EF5A-9D87-86DB-0D13-7D8860A4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692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1CAA7D-7201-FE75-272B-0523FD02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EF9FDCB-EF8C-AE17-872A-F91688E5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6EC79F-E1B1-6E9D-FB71-9515EDCA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AA6749-9348-3B0C-C968-80BA56DA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28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BB1E654-DA60-0E33-E336-37EF27B0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C50E63F-AA52-9216-3E54-EBE66AE5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AEDAEF-0336-E407-7E5A-68B148A3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69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CEA5C0-223C-0035-7F53-4EA0FEB6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C0EED4-16F2-E734-467D-2BDDAB784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F4C29DA-D55F-505E-D2C4-5DDFBE113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E5CE52-46AC-847F-A45D-1E69B01C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432827-02B6-0793-EBEE-DF591926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38C23E-CDE0-4EFC-3872-1EADA91C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59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88BD02-8BE9-41AD-BB9C-9C20A192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F17BF87-0322-437C-63C3-B384FB884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29AB4F-C95C-87E6-94F9-E0BA7961C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1542EF-CCFC-280F-C728-1AE36417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436CBE-B0BD-756F-E06E-EC69FC18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4DC9BA-452B-13EE-1E29-E1891140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651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C1912-3F14-D4EF-3915-A4B4D3C2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841A81-405A-EAF0-AF09-1D6015EB6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8C86B6-63DD-959B-207F-09A17CB1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122447-0D17-3526-1072-522C09F3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C36717-BA59-0857-218D-26A82199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0235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8D24D34-D3F5-E597-5ECB-6D7B8ACE36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C3D56B-364D-F73B-920D-A3BBE661E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FAF313-6C12-53FA-D921-5C3C6137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8B430E-2E11-04B2-B896-1E06EEEE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7EDBF7-F38A-DD76-17EE-F8B8D273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78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1DEF68A-037C-0CF7-E8DF-62BAC3B8A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9B94A5-7125-0DA0-DBBD-97E6691C1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6C0211-3B73-636D-BCE0-411153D71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C1C85-C7A3-47B3-8034-437161E8CB1C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CF8988-702D-C25D-CDE2-0EE99FB34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835874-2E13-96EA-FD51-CEC72B6B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85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0C68F67-68DA-D5A3-637F-4F25DCE9B2BB}"/>
              </a:ext>
            </a:extLst>
          </p:cNvPr>
          <p:cNvSpPr/>
          <p:nvPr/>
        </p:nvSpPr>
        <p:spPr>
          <a:xfrm>
            <a:off x="2286001" y="187036"/>
            <a:ext cx="5966691" cy="1152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根據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 cmd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對外部設備設定開始輸出或停止輸出數據，目前設定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啟動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輸出時送出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sendCmd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(Serial1, HDR_ABBA, TRL_5556, 2, 2, 2);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停止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輸出時送出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sendCmd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(Serial1, HDR_ABBA, TRL_5556, 2, 4, 2);</a:t>
            </a: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需增加對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HBK_INS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設定啟動與停止方法。 設備啟動後須在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cmd_ctrl_t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rx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-&gt;run =1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，停止需讓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rx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-&gt;run =0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，此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flag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由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端控制資料輸出串流。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只做一次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B68162-1C4F-EDBC-2027-F55182BE4995}"/>
              </a:ext>
            </a:extLst>
          </p:cNvPr>
          <p:cNvSpPr/>
          <p:nvPr/>
        </p:nvSpPr>
        <p:spPr>
          <a:xfrm>
            <a:off x="1895764" y="1648687"/>
            <a:ext cx="6747163" cy="6950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rx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-&gt;run =1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時，接收各個設備吐出的資料，如目前接收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fpga_pkt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readDataStream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HBK_INS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也會有對應的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hbkins_pkt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read_hbkIns_Stream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loop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A6E6AD-4A3B-B149-2FE9-24D77411C50B}"/>
              </a:ext>
            </a:extLst>
          </p:cNvPr>
          <p:cNvSpPr/>
          <p:nvPr/>
        </p:nvSpPr>
        <p:spPr>
          <a:xfrm>
            <a:off x="1895764" y="2653140"/>
            <a:ext cx="6747162" cy="6303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fpga_pkt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與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hbkins_pkt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的原始數據放到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my_sensor_t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結構體裡面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update_raw_data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做的事情，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對應到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fpga_sensor_raw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hbkIns_sensor_raw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。若有新設備的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pkt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要新在結構體裡擴充欄位。</a:t>
            </a:r>
            <a:endParaRPr lang="zh-TW" altLang="en-US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6084B0-7224-4245-3087-2455374DC8F0}"/>
              </a:ext>
            </a:extLst>
          </p:cNvPr>
          <p:cNvSpPr/>
          <p:nvPr/>
        </p:nvSpPr>
        <p:spPr>
          <a:xfrm>
            <a:off x="1895763" y="3609099"/>
            <a:ext cx="8190345" cy="11476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與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hbkIns_sensor_raw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進入各個自定義的模組，比如目前有的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sensor_data_cali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是用來校正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數據，或者會有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Madgwick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ahrs_attitude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計算模組用來計算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產生姿態角，計算完後將結果統一放入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my_sensor_t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的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sensor_cali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模組在資料串流啟動時才運行，並且可能需要做初始化設定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姿態角歸零、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bias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歸零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…..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etc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，因此需要接收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cmd_ctrl_t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結構體。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若模組需要初始化時間的話，該如何設計讓使用者知道目前初始化還沒結束呢</a:t>
            </a:r>
            <a:r>
              <a:rPr lang="en-US" altLang="zh-TW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27E136-83E7-4285-F7BD-C626C9F42475}"/>
              </a:ext>
            </a:extLst>
          </p:cNvPr>
          <p:cNvSpPr/>
          <p:nvPr/>
        </p:nvSpPr>
        <p:spPr>
          <a:xfrm>
            <a:off x="2191039" y="5082303"/>
            <a:ext cx="6747162" cy="6303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最後根據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cmd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sensor_cali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裡挑選要輸出的數據打包並產生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CRC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後對外輸出，同樣只在資料串流啟動時才運行。</a:t>
            </a:r>
            <a:endParaRPr lang="zh-TW" altLang="en-US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658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7056-BB17-D817-FD50-9EEC4EE61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3EE546AD-B609-1A2D-5A3F-506C7B37B001}"/>
              </a:ext>
            </a:extLst>
          </p:cNvPr>
          <p:cNvGrpSpPr/>
          <p:nvPr/>
        </p:nvGrpSpPr>
        <p:grpSpPr>
          <a:xfrm>
            <a:off x="268357" y="1043608"/>
            <a:ext cx="7678664" cy="3359427"/>
            <a:chOff x="556591" y="1113182"/>
            <a:chExt cx="7678664" cy="3359427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F25CEC3-C8B8-4CEA-325B-B92F621B6F1B}"/>
                </a:ext>
              </a:extLst>
            </p:cNvPr>
            <p:cNvSpPr/>
            <p:nvPr/>
          </p:nvSpPr>
          <p:spPr>
            <a:xfrm>
              <a:off x="556591" y="2156791"/>
              <a:ext cx="2017643" cy="15008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FPGA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7129C9E-B3B2-7534-68FE-0B378278D3D9}"/>
                </a:ext>
              </a:extLst>
            </p:cNvPr>
            <p:cNvSpPr/>
            <p:nvPr/>
          </p:nvSpPr>
          <p:spPr>
            <a:xfrm>
              <a:off x="6217612" y="2156790"/>
              <a:ext cx="2017643" cy="15008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MCU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8BCE1776-3B99-27C8-E1EF-C3842E368843}"/>
                </a:ext>
              </a:extLst>
            </p:cNvPr>
            <p:cNvSpPr txBox="1"/>
            <p:nvPr/>
          </p:nvSpPr>
          <p:spPr>
            <a:xfrm>
              <a:off x="3640882" y="3850581"/>
              <a:ext cx="1679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Data rate cmd</a:t>
              </a:r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0357AB3B-FE25-D83D-881B-93D4452F7160}"/>
                </a:ext>
              </a:extLst>
            </p:cNvPr>
            <p:cNvSpPr/>
            <p:nvPr/>
          </p:nvSpPr>
          <p:spPr>
            <a:xfrm>
              <a:off x="2544417" y="3657599"/>
              <a:ext cx="3634510" cy="815010"/>
            </a:xfrm>
            <a:custGeom>
              <a:avLst/>
              <a:gdLst>
                <a:gd name="csX0" fmla="*/ 2733261 w 2733261"/>
                <a:gd name="csY0" fmla="*/ 39757 h 735496"/>
                <a:gd name="csX1" fmla="*/ 2683566 w 2733261"/>
                <a:gd name="csY1" fmla="*/ 188844 h 735496"/>
                <a:gd name="csX2" fmla="*/ 2564296 w 2733261"/>
                <a:gd name="csY2" fmla="*/ 337930 h 735496"/>
                <a:gd name="csX3" fmla="*/ 2286000 w 2733261"/>
                <a:gd name="csY3" fmla="*/ 546652 h 735496"/>
                <a:gd name="csX4" fmla="*/ 2176670 w 2733261"/>
                <a:gd name="csY4" fmla="*/ 596348 h 735496"/>
                <a:gd name="csX5" fmla="*/ 2067340 w 2733261"/>
                <a:gd name="csY5" fmla="*/ 665922 h 735496"/>
                <a:gd name="csX6" fmla="*/ 1967948 w 2733261"/>
                <a:gd name="csY6" fmla="*/ 685800 h 735496"/>
                <a:gd name="csX7" fmla="*/ 1759226 w 2733261"/>
                <a:gd name="csY7" fmla="*/ 735496 h 735496"/>
                <a:gd name="csX8" fmla="*/ 1361661 w 2733261"/>
                <a:gd name="csY8" fmla="*/ 725557 h 735496"/>
                <a:gd name="csX9" fmla="*/ 1272209 w 2733261"/>
                <a:gd name="csY9" fmla="*/ 685800 h 735496"/>
                <a:gd name="csX10" fmla="*/ 1143000 w 2733261"/>
                <a:gd name="csY10" fmla="*/ 665922 h 735496"/>
                <a:gd name="csX11" fmla="*/ 934279 w 2733261"/>
                <a:gd name="csY11" fmla="*/ 596348 h 735496"/>
                <a:gd name="csX12" fmla="*/ 844826 w 2733261"/>
                <a:gd name="csY12" fmla="*/ 566530 h 735496"/>
                <a:gd name="csX13" fmla="*/ 596348 w 2733261"/>
                <a:gd name="csY13" fmla="*/ 496957 h 735496"/>
                <a:gd name="csX14" fmla="*/ 467140 w 2733261"/>
                <a:gd name="csY14" fmla="*/ 427383 h 735496"/>
                <a:gd name="csX15" fmla="*/ 357809 w 2733261"/>
                <a:gd name="csY15" fmla="*/ 377687 h 735496"/>
                <a:gd name="csX16" fmla="*/ 168966 w 2733261"/>
                <a:gd name="csY16" fmla="*/ 188844 h 735496"/>
                <a:gd name="csX17" fmla="*/ 149087 w 2733261"/>
                <a:gd name="csY17" fmla="*/ 159026 h 735496"/>
                <a:gd name="csX18" fmla="*/ 89453 w 2733261"/>
                <a:gd name="csY18" fmla="*/ 99391 h 735496"/>
                <a:gd name="csX19" fmla="*/ 69574 w 2733261"/>
                <a:gd name="csY19" fmla="*/ 79513 h 735496"/>
                <a:gd name="csX20" fmla="*/ 39757 w 2733261"/>
                <a:gd name="csY20" fmla="*/ 49696 h 735496"/>
                <a:gd name="csX21" fmla="*/ 9940 w 2733261"/>
                <a:gd name="csY21" fmla="*/ 29817 h 735496"/>
                <a:gd name="csX22" fmla="*/ 0 w 2733261"/>
                <a:gd name="csY22" fmla="*/ 0 h 735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733261" h="735496">
                  <a:moveTo>
                    <a:pt x="2733261" y="39757"/>
                  </a:moveTo>
                  <a:cubicBezTo>
                    <a:pt x="2716696" y="89453"/>
                    <a:pt x="2705243" y="141156"/>
                    <a:pt x="2683566" y="188844"/>
                  </a:cubicBezTo>
                  <a:cubicBezTo>
                    <a:pt x="2668689" y="221573"/>
                    <a:pt x="2584314" y="317912"/>
                    <a:pt x="2564296" y="337930"/>
                  </a:cubicBezTo>
                  <a:cubicBezTo>
                    <a:pt x="2500687" y="401539"/>
                    <a:pt x="2337317" y="523326"/>
                    <a:pt x="2286000" y="546652"/>
                  </a:cubicBezTo>
                  <a:cubicBezTo>
                    <a:pt x="2249557" y="563217"/>
                    <a:pt x="2211813" y="577179"/>
                    <a:pt x="2176670" y="596348"/>
                  </a:cubicBezTo>
                  <a:cubicBezTo>
                    <a:pt x="2138748" y="617033"/>
                    <a:pt x="2109698" y="657451"/>
                    <a:pt x="2067340" y="665922"/>
                  </a:cubicBezTo>
                  <a:cubicBezTo>
                    <a:pt x="2034209" y="672548"/>
                    <a:pt x="2000905" y="678358"/>
                    <a:pt x="1967948" y="685800"/>
                  </a:cubicBezTo>
                  <a:cubicBezTo>
                    <a:pt x="1898186" y="701553"/>
                    <a:pt x="1759226" y="735496"/>
                    <a:pt x="1759226" y="735496"/>
                  </a:cubicBezTo>
                  <a:cubicBezTo>
                    <a:pt x="1626704" y="732183"/>
                    <a:pt x="1493539" y="739014"/>
                    <a:pt x="1361661" y="725557"/>
                  </a:cubicBezTo>
                  <a:cubicBezTo>
                    <a:pt x="1329200" y="722245"/>
                    <a:pt x="1303689" y="694385"/>
                    <a:pt x="1272209" y="685800"/>
                  </a:cubicBezTo>
                  <a:cubicBezTo>
                    <a:pt x="1230168" y="674334"/>
                    <a:pt x="1186070" y="672548"/>
                    <a:pt x="1143000" y="665922"/>
                  </a:cubicBezTo>
                  <a:lnTo>
                    <a:pt x="934279" y="596348"/>
                  </a:lnTo>
                  <a:cubicBezTo>
                    <a:pt x="904461" y="586409"/>
                    <a:pt x="875559" y="573116"/>
                    <a:pt x="844826" y="566530"/>
                  </a:cubicBezTo>
                  <a:cubicBezTo>
                    <a:pt x="740819" y="544243"/>
                    <a:pt x="690534" y="540125"/>
                    <a:pt x="596348" y="496957"/>
                  </a:cubicBezTo>
                  <a:cubicBezTo>
                    <a:pt x="551880" y="476576"/>
                    <a:pt x="510892" y="449259"/>
                    <a:pt x="467140" y="427383"/>
                  </a:cubicBezTo>
                  <a:cubicBezTo>
                    <a:pt x="431334" y="409480"/>
                    <a:pt x="392454" y="397744"/>
                    <a:pt x="357809" y="377687"/>
                  </a:cubicBezTo>
                  <a:cubicBezTo>
                    <a:pt x="282829" y="334278"/>
                    <a:pt x="215115" y="258066"/>
                    <a:pt x="168966" y="188844"/>
                  </a:cubicBezTo>
                  <a:cubicBezTo>
                    <a:pt x="162340" y="178905"/>
                    <a:pt x="157023" y="167954"/>
                    <a:pt x="149087" y="159026"/>
                  </a:cubicBezTo>
                  <a:cubicBezTo>
                    <a:pt x="130411" y="138015"/>
                    <a:pt x="109331" y="119269"/>
                    <a:pt x="89453" y="99391"/>
                  </a:cubicBezTo>
                  <a:lnTo>
                    <a:pt x="69574" y="79513"/>
                  </a:lnTo>
                  <a:cubicBezTo>
                    <a:pt x="59635" y="69574"/>
                    <a:pt x="51452" y="57493"/>
                    <a:pt x="39757" y="49696"/>
                  </a:cubicBezTo>
                  <a:lnTo>
                    <a:pt x="9940" y="29817"/>
                  </a:lnTo>
                  <a:lnTo>
                    <a:pt x="0" y="0"/>
                  </a:ln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B0BA7926-ED45-70DD-9925-12AAD355C3F5}"/>
                </a:ext>
              </a:extLst>
            </p:cNvPr>
            <p:cNvGrpSpPr/>
            <p:nvPr/>
          </p:nvGrpSpPr>
          <p:grpSpPr>
            <a:xfrm>
              <a:off x="2426119" y="1113182"/>
              <a:ext cx="3548270" cy="2007705"/>
              <a:chOff x="2200166" y="308113"/>
              <a:chExt cx="3548270" cy="2007705"/>
            </a:xfrm>
          </p:grpSpPr>
          <p:sp>
            <p:nvSpPr>
              <p:cNvPr id="6" name="手繪多邊形: 圖案 5">
                <a:extLst>
                  <a:ext uri="{FF2B5EF4-FFF2-40B4-BE49-F238E27FC236}">
                    <a16:creationId xmlns:a16="http://schemas.microsoft.com/office/drawing/2014/main" id="{91F15466-C51D-8953-4D1A-9832D554FF95}"/>
                  </a:ext>
                </a:extLst>
              </p:cNvPr>
              <p:cNvSpPr/>
              <p:nvPr/>
            </p:nvSpPr>
            <p:spPr>
              <a:xfrm>
                <a:off x="2200166" y="741096"/>
                <a:ext cx="3548270" cy="505238"/>
              </a:xfrm>
              <a:custGeom>
                <a:avLst/>
                <a:gdLst>
                  <a:gd name="csX0" fmla="*/ 0 w 3548270"/>
                  <a:gd name="csY0" fmla="*/ 382026 h 505238"/>
                  <a:gd name="csX1" fmla="*/ 159026 w 3548270"/>
                  <a:gd name="csY1" fmla="*/ 391965 h 505238"/>
                  <a:gd name="csX2" fmla="*/ 238539 w 3548270"/>
                  <a:gd name="csY2" fmla="*/ 401904 h 505238"/>
                  <a:gd name="csX3" fmla="*/ 327991 w 3548270"/>
                  <a:gd name="csY3" fmla="*/ 411843 h 505238"/>
                  <a:gd name="csX4" fmla="*/ 397565 w 3548270"/>
                  <a:gd name="csY4" fmla="*/ 401904 h 505238"/>
                  <a:gd name="csX5" fmla="*/ 417444 w 3548270"/>
                  <a:gd name="csY5" fmla="*/ 282635 h 505238"/>
                  <a:gd name="csX6" fmla="*/ 427383 w 3548270"/>
                  <a:gd name="csY6" fmla="*/ 242878 h 505238"/>
                  <a:gd name="csX7" fmla="*/ 437322 w 3548270"/>
                  <a:gd name="csY7" fmla="*/ 173304 h 505238"/>
                  <a:gd name="csX8" fmla="*/ 447261 w 3548270"/>
                  <a:gd name="csY8" fmla="*/ 14278 h 505238"/>
                  <a:gd name="csX9" fmla="*/ 844826 w 3548270"/>
                  <a:gd name="csY9" fmla="*/ 44095 h 505238"/>
                  <a:gd name="csX10" fmla="*/ 884583 w 3548270"/>
                  <a:gd name="csY10" fmla="*/ 193182 h 505238"/>
                  <a:gd name="csX11" fmla="*/ 894522 w 3548270"/>
                  <a:gd name="csY11" fmla="*/ 252817 h 505238"/>
                  <a:gd name="csX12" fmla="*/ 904461 w 3548270"/>
                  <a:gd name="csY12" fmla="*/ 411843 h 505238"/>
                  <a:gd name="csX13" fmla="*/ 914400 w 3548270"/>
                  <a:gd name="csY13" fmla="*/ 441661 h 505238"/>
                  <a:gd name="csX14" fmla="*/ 983974 w 3548270"/>
                  <a:gd name="csY14" fmla="*/ 451600 h 505238"/>
                  <a:gd name="csX15" fmla="*/ 1143000 w 3548270"/>
                  <a:gd name="csY15" fmla="*/ 481417 h 505238"/>
                  <a:gd name="csX16" fmla="*/ 1262270 w 3548270"/>
                  <a:gd name="csY16" fmla="*/ 491356 h 505238"/>
                  <a:gd name="csX17" fmla="*/ 1341783 w 3548270"/>
                  <a:gd name="csY17" fmla="*/ 501295 h 505238"/>
                  <a:gd name="csX18" fmla="*/ 1421296 w 3548270"/>
                  <a:gd name="csY18" fmla="*/ 491356 h 505238"/>
                  <a:gd name="csX19" fmla="*/ 1431235 w 3548270"/>
                  <a:gd name="csY19" fmla="*/ 44095 h 505238"/>
                  <a:gd name="csX20" fmla="*/ 1928191 w 3548270"/>
                  <a:gd name="csY20" fmla="*/ 63974 h 505238"/>
                  <a:gd name="csX21" fmla="*/ 1967948 w 3548270"/>
                  <a:gd name="csY21" fmla="*/ 232939 h 505238"/>
                  <a:gd name="csX22" fmla="*/ 1977887 w 3548270"/>
                  <a:gd name="csY22" fmla="*/ 451600 h 505238"/>
                  <a:gd name="csX23" fmla="*/ 2315817 w 3548270"/>
                  <a:gd name="csY23" fmla="*/ 461539 h 505238"/>
                  <a:gd name="csX24" fmla="*/ 2484783 w 3548270"/>
                  <a:gd name="csY24" fmla="*/ 73913 h 505238"/>
                  <a:gd name="csX25" fmla="*/ 2623930 w 3548270"/>
                  <a:gd name="csY25" fmla="*/ 83852 h 505238"/>
                  <a:gd name="csX26" fmla="*/ 3061252 w 3548270"/>
                  <a:gd name="csY26" fmla="*/ 93791 h 505238"/>
                  <a:gd name="csX27" fmla="*/ 3071191 w 3548270"/>
                  <a:gd name="csY27" fmla="*/ 143487 h 505238"/>
                  <a:gd name="csX28" fmla="*/ 3051313 w 3548270"/>
                  <a:gd name="csY28" fmla="*/ 391965 h 505238"/>
                  <a:gd name="csX29" fmla="*/ 3061252 w 3548270"/>
                  <a:gd name="csY29" fmla="*/ 481417 h 505238"/>
                  <a:gd name="csX30" fmla="*/ 3478696 w 3548270"/>
                  <a:gd name="csY30" fmla="*/ 461539 h 505238"/>
                  <a:gd name="csX31" fmla="*/ 3548270 w 3548270"/>
                  <a:gd name="csY31" fmla="*/ 451600 h 5052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3548270" h="505238">
                    <a:moveTo>
                      <a:pt x="0" y="382026"/>
                    </a:moveTo>
                    <a:cubicBezTo>
                      <a:pt x="53009" y="385339"/>
                      <a:pt x="106097" y="387554"/>
                      <a:pt x="159026" y="391965"/>
                    </a:cubicBezTo>
                    <a:cubicBezTo>
                      <a:pt x="185644" y="394183"/>
                      <a:pt x="212011" y="398783"/>
                      <a:pt x="238539" y="401904"/>
                    </a:cubicBezTo>
                    <a:lnTo>
                      <a:pt x="327991" y="411843"/>
                    </a:lnTo>
                    <a:cubicBezTo>
                      <a:pt x="351182" y="408530"/>
                      <a:pt x="384230" y="421165"/>
                      <a:pt x="397565" y="401904"/>
                    </a:cubicBezTo>
                    <a:cubicBezTo>
                      <a:pt x="420507" y="368766"/>
                      <a:pt x="407669" y="321736"/>
                      <a:pt x="417444" y="282635"/>
                    </a:cubicBezTo>
                    <a:cubicBezTo>
                      <a:pt x="420757" y="269383"/>
                      <a:pt x="424939" y="256318"/>
                      <a:pt x="427383" y="242878"/>
                    </a:cubicBezTo>
                    <a:cubicBezTo>
                      <a:pt x="431574" y="219829"/>
                      <a:pt x="434009" y="196495"/>
                      <a:pt x="437322" y="173304"/>
                    </a:cubicBezTo>
                    <a:cubicBezTo>
                      <a:pt x="440635" y="120295"/>
                      <a:pt x="403378" y="44198"/>
                      <a:pt x="447261" y="14278"/>
                    </a:cubicBezTo>
                    <a:cubicBezTo>
                      <a:pt x="467178" y="699"/>
                      <a:pt x="815739" y="41033"/>
                      <a:pt x="844826" y="44095"/>
                    </a:cubicBezTo>
                    <a:cubicBezTo>
                      <a:pt x="919754" y="69073"/>
                      <a:pt x="869476" y="42111"/>
                      <a:pt x="884583" y="193182"/>
                    </a:cubicBezTo>
                    <a:cubicBezTo>
                      <a:pt x="886588" y="213235"/>
                      <a:pt x="891209" y="232939"/>
                      <a:pt x="894522" y="252817"/>
                    </a:cubicBezTo>
                    <a:cubicBezTo>
                      <a:pt x="897835" y="305826"/>
                      <a:pt x="898901" y="359023"/>
                      <a:pt x="904461" y="411843"/>
                    </a:cubicBezTo>
                    <a:cubicBezTo>
                      <a:pt x="905558" y="422262"/>
                      <a:pt x="905029" y="436976"/>
                      <a:pt x="914400" y="441661"/>
                    </a:cubicBezTo>
                    <a:cubicBezTo>
                      <a:pt x="935353" y="452138"/>
                      <a:pt x="960904" y="447529"/>
                      <a:pt x="983974" y="451600"/>
                    </a:cubicBezTo>
                    <a:cubicBezTo>
                      <a:pt x="1013547" y="456819"/>
                      <a:pt x="1103469" y="477025"/>
                      <a:pt x="1143000" y="481417"/>
                    </a:cubicBezTo>
                    <a:cubicBezTo>
                      <a:pt x="1182650" y="485823"/>
                      <a:pt x="1222574" y="487386"/>
                      <a:pt x="1262270" y="491356"/>
                    </a:cubicBezTo>
                    <a:cubicBezTo>
                      <a:pt x="1288848" y="494014"/>
                      <a:pt x="1315279" y="497982"/>
                      <a:pt x="1341783" y="501295"/>
                    </a:cubicBezTo>
                    <a:cubicBezTo>
                      <a:pt x="1368287" y="497982"/>
                      <a:pt x="1416167" y="517570"/>
                      <a:pt x="1421296" y="491356"/>
                    </a:cubicBezTo>
                    <a:cubicBezTo>
                      <a:pt x="1449929" y="345007"/>
                      <a:pt x="1317227" y="140220"/>
                      <a:pt x="1431235" y="44095"/>
                    </a:cubicBezTo>
                    <a:cubicBezTo>
                      <a:pt x="1557981" y="-62769"/>
                      <a:pt x="1762539" y="57348"/>
                      <a:pt x="1928191" y="63974"/>
                    </a:cubicBezTo>
                    <a:cubicBezTo>
                      <a:pt x="1998945" y="111142"/>
                      <a:pt x="1959321" y="73337"/>
                      <a:pt x="1967948" y="232939"/>
                    </a:cubicBezTo>
                    <a:cubicBezTo>
                      <a:pt x="1971886" y="305795"/>
                      <a:pt x="1916912" y="411531"/>
                      <a:pt x="1977887" y="451600"/>
                    </a:cubicBezTo>
                    <a:cubicBezTo>
                      <a:pt x="2072064" y="513488"/>
                      <a:pt x="2203174" y="458226"/>
                      <a:pt x="2315817" y="461539"/>
                    </a:cubicBezTo>
                    <a:cubicBezTo>
                      <a:pt x="2671198" y="439328"/>
                      <a:pt x="2305898" y="515166"/>
                      <a:pt x="2484783" y="73913"/>
                    </a:cubicBezTo>
                    <a:cubicBezTo>
                      <a:pt x="2502253" y="30819"/>
                      <a:pt x="2577457" y="82250"/>
                      <a:pt x="2623930" y="83852"/>
                    </a:cubicBezTo>
                    <a:cubicBezTo>
                      <a:pt x="2769655" y="88877"/>
                      <a:pt x="2915478" y="90478"/>
                      <a:pt x="3061252" y="93791"/>
                    </a:cubicBezTo>
                    <a:cubicBezTo>
                      <a:pt x="3064565" y="110356"/>
                      <a:pt x="3071191" y="126594"/>
                      <a:pt x="3071191" y="143487"/>
                    </a:cubicBezTo>
                    <a:cubicBezTo>
                      <a:pt x="3071191" y="341370"/>
                      <a:pt x="3082829" y="297416"/>
                      <a:pt x="3051313" y="391965"/>
                    </a:cubicBezTo>
                    <a:cubicBezTo>
                      <a:pt x="3054626" y="421782"/>
                      <a:pt x="3032005" y="474732"/>
                      <a:pt x="3061252" y="481417"/>
                    </a:cubicBezTo>
                    <a:cubicBezTo>
                      <a:pt x="3119006" y="494618"/>
                      <a:pt x="3360097" y="479785"/>
                      <a:pt x="3478696" y="461539"/>
                    </a:cubicBezTo>
                    <a:cubicBezTo>
                      <a:pt x="3551747" y="450300"/>
                      <a:pt x="3504885" y="451600"/>
                      <a:pt x="3548270" y="451600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7EBF53D-77C4-BD51-CE25-8FC8721C3A3E}"/>
                  </a:ext>
                </a:extLst>
              </p:cNvPr>
              <p:cNvSpPr txBox="1"/>
              <p:nvPr/>
            </p:nvSpPr>
            <p:spPr>
              <a:xfrm>
                <a:off x="3293471" y="308113"/>
                <a:ext cx="11357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rgbClr val="FF0000"/>
                    </a:solidFill>
                  </a:rPr>
                  <a:t>SYNC out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FE48EAE-880D-7F47-DDED-2E30A8BAA4CA}"/>
                  </a:ext>
                </a:extLst>
              </p:cNvPr>
              <p:cNvSpPr/>
              <p:nvPr/>
            </p:nvSpPr>
            <p:spPr>
              <a:xfrm>
                <a:off x="2872409" y="1391478"/>
                <a:ext cx="421062" cy="505238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DCDDAA8-E73D-FB7F-9D85-3DD370C52FA2}"/>
                  </a:ext>
                </a:extLst>
              </p:cNvPr>
              <p:cNvSpPr/>
              <p:nvPr/>
            </p:nvSpPr>
            <p:spPr>
              <a:xfrm>
                <a:off x="3874909" y="1391478"/>
                <a:ext cx="421062" cy="505238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623CC0D-5C17-ED6F-058D-99F7537BA877}"/>
                  </a:ext>
                </a:extLst>
              </p:cNvPr>
              <p:cNvSpPr/>
              <p:nvPr/>
            </p:nvSpPr>
            <p:spPr>
              <a:xfrm>
                <a:off x="4919563" y="1391478"/>
                <a:ext cx="421062" cy="505238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30A34AF-4F2B-AF69-0F84-AE8975EF9F9A}"/>
                  </a:ext>
                </a:extLst>
              </p:cNvPr>
              <p:cNvSpPr txBox="1"/>
              <p:nvPr/>
            </p:nvSpPr>
            <p:spPr>
              <a:xfrm>
                <a:off x="4777761" y="1946486"/>
                <a:ext cx="6337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data</a:t>
                </a:r>
                <a:endParaRPr lang="zh-TW" altLang="en-US" dirty="0"/>
              </a:p>
            </p:txBody>
          </p:sp>
        </p:grp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697B1F68-0E03-9BB8-80E3-E43F0383FADB}"/>
                </a:ext>
              </a:extLst>
            </p:cNvPr>
            <p:cNvCxnSpPr/>
            <p:nvPr/>
          </p:nvCxnSpPr>
          <p:spPr>
            <a:xfrm>
              <a:off x="2574234" y="2449166"/>
              <a:ext cx="36433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A70D5E27-7E70-0C9A-568C-029D5AA1F84E}"/>
                </a:ext>
              </a:extLst>
            </p:cNvPr>
            <p:cNvSpPr txBox="1"/>
            <p:nvPr/>
          </p:nvSpPr>
          <p:spPr>
            <a:xfrm>
              <a:off x="6178927" y="226174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solidFill>
                    <a:schemeClr val="accent4">
                      <a:lumMod val="75000"/>
                    </a:schemeClr>
                  </a:solidFill>
                </a:rPr>
                <a:t>rx</a:t>
              </a:r>
              <a:endParaRPr lang="zh-TW" alt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6AD5AC19-EE91-1350-4253-81A2FDF03B8D}"/>
                </a:ext>
              </a:extLst>
            </p:cNvPr>
            <p:cNvSpPr txBox="1"/>
            <p:nvPr/>
          </p:nvSpPr>
          <p:spPr>
            <a:xfrm>
              <a:off x="2205465" y="2261743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solidFill>
                    <a:schemeClr val="accent4">
                      <a:lumMod val="75000"/>
                    </a:schemeClr>
                  </a:solidFill>
                </a:rPr>
                <a:t>tx</a:t>
              </a:r>
              <a:endParaRPr lang="zh-TW" altLang="en-US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手繪多邊形: 圖案 21">
            <a:extLst>
              <a:ext uri="{FF2B5EF4-FFF2-40B4-BE49-F238E27FC236}">
                <a16:creationId xmlns:a16="http://schemas.microsoft.com/office/drawing/2014/main" id="{BA82E752-05CD-EED5-A90A-16D72DE603C2}"/>
              </a:ext>
            </a:extLst>
          </p:cNvPr>
          <p:cNvSpPr/>
          <p:nvPr/>
        </p:nvSpPr>
        <p:spPr>
          <a:xfrm>
            <a:off x="8438322" y="1775654"/>
            <a:ext cx="2941982" cy="485756"/>
          </a:xfrm>
          <a:custGeom>
            <a:avLst/>
            <a:gdLst>
              <a:gd name="csX0" fmla="*/ 0 w 2941982"/>
              <a:gd name="csY0" fmla="*/ 460650 h 485756"/>
              <a:gd name="csX1" fmla="*/ 178904 w 2941982"/>
              <a:gd name="csY1" fmla="*/ 470589 h 485756"/>
              <a:gd name="csX2" fmla="*/ 437321 w 2941982"/>
              <a:gd name="csY2" fmla="*/ 470589 h 485756"/>
              <a:gd name="csX3" fmla="*/ 407504 w 2941982"/>
              <a:gd name="csY3" fmla="*/ 341381 h 485756"/>
              <a:gd name="csX4" fmla="*/ 755374 w 2941982"/>
              <a:gd name="csY4" fmla="*/ 23329 h 485756"/>
              <a:gd name="csX5" fmla="*/ 824948 w 2941982"/>
              <a:gd name="csY5" fmla="*/ 33268 h 485756"/>
              <a:gd name="csX6" fmla="*/ 844826 w 2941982"/>
              <a:gd name="csY6" fmla="*/ 92903 h 485756"/>
              <a:gd name="csX7" fmla="*/ 854765 w 2941982"/>
              <a:gd name="csY7" fmla="*/ 192294 h 485756"/>
              <a:gd name="csX8" fmla="*/ 874643 w 2941982"/>
              <a:gd name="csY8" fmla="*/ 450711 h 485756"/>
              <a:gd name="csX9" fmla="*/ 884582 w 2941982"/>
              <a:gd name="csY9" fmla="*/ 480529 h 485756"/>
              <a:gd name="csX10" fmla="*/ 1182756 w 2941982"/>
              <a:gd name="csY10" fmla="*/ 460650 h 485756"/>
              <a:gd name="csX11" fmla="*/ 1292087 w 2941982"/>
              <a:gd name="csY11" fmla="*/ 450711 h 485756"/>
              <a:gd name="csX12" fmla="*/ 1282148 w 2941982"/>
              <a:gd name="csY12" fmla="*/ 381137 h 485756"/>
              <a:gd name="csX13" fmla="*/ 1272208 w 2941982"/>
              <a:gd name="csY13" fmla="*/ 331442 h 485756"/>
              <a:gd name="csX14" fmla="*/ 1252330 w 2941982"/>
              <a:gd name="csY14" fmla="*/ 222111 h 485756"/>
              <a:gd name="csX15" fmla="*/ 1242391 w 2941982"/>
              <a:gd name="csY15" fmla="*/ 142598 h 485756"/>
              <a:gd name="csX16" fmla="*/ 1699591 w 2941982"/>
              <a:gd name="csY16" fmla="*/ 53146 h 485756"/>
              <a:gd name="csX17" fmla="*/ 1709530 w 2941982"/>
              <a:gd name="csY17" fmla="*/ 92903 h 485756"/>
              <a:gd name="csX18" fmla="*/ 1719469 w 2941982"/>
              <a:gd name="csY18" fmla="*/ 162476 h 485756"/>
              <a:gd name="csX19" fmla="*/ 1739348 w 2941982"/>
              <a:gd name="csY19" fmla="*/ 450711 h 485756"/>
              <a:gd name="csX20" fmla="*/ 1798982 w 2941982"/>
              <a:gd name="csY20" fmla="*/ 440772 h 485756"/>
              <a:gd name="csX21" fmla="*/ 2067339 w 2941982"/>
              <a:gd name="csY21" fmla="*/ 420894 h 485756"/>
              <a:gd name="csX22" fmla="*/ 2196548 w 2941982"/>
              <a:gd name="csY22" fmla="*/ 410955 h 485756"/>
              <a:gd name="csX23" fmla="*/ 2186608 w 2941982"/>
              <a:gd name="csY23" fmla="*/ 341381 h 485756"/>
              <a:gd name="csX24" fmla="*/ 2176669 w 2941982"/>
              <a:gd name="csY24" fmla="*/ 291685 h 485756"/>
              <a:gd name="csX25" fmla="*/ 2166730 w 2941982"/>
              <a:gd name="csY25" fmla="*/ 202233 h 485756"/>
              <a:gd name="csX26" fmla="*/ 2156791 w 2941982"/>
              <a:gd name="csY26" fmla="*/ 132659 h 485756"/>
              <a:gd name="csX27" fmla="*/ 2166730 w 2941982"/>
              <a:gd name="csY27" fmla="*/ 63085 h 485756"/>
              <a:gd name="csX28" fmla="*/ 2325756 w 2941982"/>
              <a:gd name="csY28" fmla="*/ 82963 h 485756"/>
              <a:gd name="csX29" fmla="*/ 2504661 w 2941982"/>
              <a:gd name="csY29" fmla="*/ 92903 h 485756"/>
              <a:gd name="csX30" fmla="*/ 2514600 w 2941982"/>
              <a:gd name="csY30" fmla="*/ 460650 h 485756"/>
              <a:gd name="csX31" fmla="*/ 2633869 w 2941982"/>
              <a:gd name="csY31" fmla="*/ 470589 h 485756"/>
              <a:gd name="csX32" fmla="*/ 2941982 w 2941982"/>
              <a:gd name="csY32" fmla="*/ 470589 h 485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941982" h="485756">
                <a:moveTo>
                  <a:pt x="0" y="460650"/>
                </a:moveTo>
                <a:lnTo>
                  <a:pt x="178904" y="470589"/>
                </a:lnTo>
                <a:cubicBezTo>
                  <a:pt x="407693" y="482029"/>
                  <a:pt x="327440" y="498062"/>
                  <a:pt x="437321" y="470589"/>
                </a:cubicBezTo>
                <a:cubicBezTo>
                  <a:pt x="413346" y="374687"/>
                  <a:pt x="422801" y="417865"/>
                  <a:pt x="407504" y="341381"/>
                </a:cubicBezTo>
                <a:cubicBezTo>
                  <a:pt x="420602" y="-90856"/>
                  <a:pt x="308372" y="1523"/>
                  <a:pt x="755374" y="23329"/>
                </a:cubicBezTo>
                <a:cubicBezTo>
                  <a:pt x="778773" y="24470"/>
                  <a:pt x="801757" y="29955"/>
                  <a:pt x="824948" y="33268"/>
                </a:cubicBezTo>
                <a:cubicBezTo>
                  <a:pt x="831574" y="53146"/>
                  <a:pt x="840965" y="72308"/>
                  <a:pt x="844826" y="92903"/>
                </a:cubicBezTo>
                <a:cubicBezTo>
                  <a:pt x="850962" y="125628"/>
                  <a:pt x="852474" y="159077"/>
                  <a:pt x="854765" y="192294"/>
                </a:cubicBezTo>
                <a:cubicBezTo>
                  <a:pt x="860547" y="276130"/>
                  <a:pt x="857792" y="366456"/>
                  <a:pt x="874643" y="450711"/>
                </a:cubicBezTo>
                <a:cubicBezTo>
                  <a:pt x="876698" y="460984"/>
                  <a:pt x="881269" y="470590"/>
                  <a:pt x="884582" y="480529"/>
                </a:cubicBezTo>
                <a:cubicBezTo>
                  <a:pt x="1011398" y="448823"/>
                  <a:pt x="889041" y="476526"/>
                  <a:pt x="1182756" y="460650"/>
                </a:cubicBezTo>
                <a:cubicBezTo>
                  <a:pt x="1219297" y="458675"/>
                  <a:pt x="1255643" y="454024"/>
                  <a:pt x="1292087" y="450711"/>
                </a:cubicBezTo>
                <a:cubicBezTo>
                  <a:pt x="1288774" y="427520"/>
                  <a:pt x="1285999" y="404245"/>
                  <a:pt x="1282148" y="381137"/>
                </a:cubicBezTo>
                <a:cubicBezTo>
                  <a:pt x="1279371" y="364474"/>
                  <a:pt x="1274777" y="348139"/>
                  <a:pt x="1272208" y="331442"/>
                </a:cubicBezTo>
                <a:cubicBezTo>
                  <a:pt x="1256151" y="227078"/>
                  <a:pt x="1272605" y="282939"/>
                  <a:pt x="1252330" y="222111"/>
                </a:cubicBezTo>
                <a:cubicBezTo>
                  <a:pt x="1249017" y="195607"/>
                  <a:pt x="1242391" y="169309"/>
                  <a:pt x="1242391" y="142598"/>
                </a:cubicBezTo>
                <a:cubicBezTo>
                  <a:pt x="1242391" y="-105727"/>
                  <a:pt x="1330015" y="44933"/>
                  <a:pt x="1699591" y="53146"/>
                </a:cubicBezTo>
                <a:cubicBezTo>
                  <a:pt x="1702904" y="66398"/>
                  <a:pt x="1707086" y="79463"/>
                  <a:pt x="1709530" y="92903"/>
                </a:cubicBezTo>
                <a:cubicBezTo>
                  <a:pt x="1713721" y="115952"/>
                  <a:pt x="1716732" y="139210"/>
                  <a:pt x="1719469" y="162476"/>
                </a:cubicBezTo>
                <a:cubicBezTo>
                  <a:pt x="1733364" y="280582"/>
                  <a:pt x="1732043" y="311933"/>
                  <a:pt x="1739348" y="450711"/>
                </a:cubicBezTo>
                <a:cubicBezTo>
                  <a:pt x="1759226" y="447398"/>
                  <a:pt x="1778985" y="443272"/>
                  <a:pt x="1798982" y="440772"/>
                </a:cubicBezTo>
                <a:cubicBezTo>
                  <a:pt x="1903899" y="427658"/>
                  <a:pt x="1950899" y="428657"/>
                  <a:pt x="2067339" y="420894"/>
                </a:cubicBezTo>
                <a:cubicBezTo>
                  <a:pt x="2110440" y="418021"/>
                  <a:pt x="2153478" y="414268"/>
                  <a:pt x="2196548" y="410955"/>
                </a:cubicBezTo>
                <a:cubicBezTo>
                  <a:pt x="2193235" y="387764"/>
                  <a:pt x="2190459" y="364489"/>
                  <a:pt x="2186608" y="341381"/>
                </a:cubicBezTo>
                <a:cubicBezTo>
                  <a:pt x="2183831" y="324717"/>
                  <a:pt x="2179058" y="308409"/>
                  <a:pt x="2176669" y="291685"/>
                </a:cubicBezTo>
                <a:cubicBezTo>
                  <a:pt x="2172426" y="261986"/>
                  <a:pt x="2170451" y="232002"/>
                  <a:pt x="2166730" y="202233"/>
                </a:cubicBezTo>
                <a:cubicBezTo>
                  <a:pt x="2163824" y="178987"/>
                  <a:pt x="2160104" y="155850"/>
                  <a:pt x="2156791" y="132659"/>
                </a:cubicBezTo>
                <a:cubicBezTo>
                  <a:pt x="2160104" y="109468"/>
                  <a:pt x="2145459" y="72902"/>
                  <a:pt x="2166730" y="63085"/>
                </a:cubicBezTo>
                <a:cubicBezTo>
                  <a:pt x="2234540" y="31788"/>
                  <a:pt x="2269578" y="77856"/>
                  <a:pt x="2325756" y="82963"/>
                </a:cubicBezTo>
                <a:cubicBezTo>
                  <a:pt x="2385238" y="88371"/>
                  <a:pt x="2445026" y="89590"/>
                  <a:pt x="2504661" y="92903"/>
                </a:cubicBezTo>
                <a:cubicBezTo>
                  <a:pt x="2507974" y="215485"/>
                  <a:pt x="2474907" y="344625"/>
                  <a:pt x="2514600" y="460650"/>
                </a:cubicBezTo>
                <a:cubicBezTo>
                  <a:pt x="2527513" y="498396"/>
                  <a:pt x="2593986" y="469661"/>
                  <a:pt x="2633869" y="470589"/>
                </a:cubicBezTo>
                <a:cubicBezTo>
                  <a:pt x="2736546" y="472977"/>
                  <a:pt x="2839278" y="470589"/>
                  <a:pt x="2941982" y="47058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73E9426-081B-A6F6-A3B6-F494B7AB7C9A}"/>
              </a:ext>
            </a:extLst>
          </p:cNvPr>
          <p:cNvSpPr txBox="1"/>
          <p:nvPr/>
        </p:nvSpPr>
        <p:spPr>
          <a:xfrm>
            <a:off x="7748238" y="889720"/>
            <a:ext cx="406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由</a:t>
            </a:r>
            <a:r>
              <a:rPr lang="en-US" altLang="zh-TW" sz="1400" dirty="0"/>
              <a:t>MCU</a:t>
            </a:r>
            <a:r>
              <a:rPr lang="zh-TW" altLang="en-US" sz="1400" dirty="0"/>
              <a:t> </a:t>
            </a:r>
            <a:r>
              <a:rPr lang="en-US" altLang="zh-TW" sz="1400" dirty="0"/>
              <a:t>timer</a:t>
            </a:r>
            <a:r>
              <a:rPr lang="zh-TW" altLang="en-US" sz="1400" dirty="0"/>
              <a:t>產生的</a:t>
            </a:r>
            <a:r>
              <a:rPr lang="en-US" altLang="zh-TW" sz="1400" dirty="0"/>
              <a:t>tick</a:t>
            </a:r>
            <a:r>
              <a:rPr lang="zh-TW" altLang="en-US" sz="1400" dirty="0"/>
              <a:t>，起始點要由收到的</a:t>
            </a:r>
            <a:r>
              <a:rPr lang="en-US" altLang="zh-TW" sz="1400" dirty="0"/>
              <a:t>data</a:t>
            </a:r>
            <a:r>
              <a:rPr lang="zh-TW" altLang="en-US" sz="1400" dirty="0"/>
              <a:t>控制開始嗎</a:t>
            </a:r>
            <a:r>
              <a:rPr lang="en-US" altLang="zh-TW" sz="1400" dirty="0"/>
              <a:t>?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4471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A188-2859-F1A9-3759-6CC0C39E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222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8535-6431-2F7A-91EF-B615E5FE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3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422</Words>
  <Application>Microsoft Office PowerPoint</Application>
  <PresentationFormat>寬螢幕</PresentationFormat>
  <Paragraphs>19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8</cp:revision>
  <dcterms:created xsi:type="dcterms:W3CDTF">2025-12-28T02:06:04Z</dcterms:created>
  <dcterms:modified xsi:type="dcterms:W3CDTF">2025-12-30T00:28:30Z</dcterms:modified>
</cp:coreProperties>
</file>