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57A80A-55C3-4D0E-D93B-CF3352215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213C6D-F0CC-67BF-F841-917E6F99F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ED7BA3-11C2-8F75-9266-B272ADB5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B31C9D-8EC0-3E2E-7F01-D8C6E076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C4F525-217F-8381-D7D8-0A8FECD1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91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60E41-562E-9EF8-4054-B9DB0BD9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376F76-C95B-87AB-0200-4DA9ECC8F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2D80B0-500B-F11A-B89F-AC5D8FEB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925D0B-4457-4A77-B4A7-9490022A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86C210-62E6-CF02-A9A2-FBEAAF25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8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3D2CF-60F6-03FC-A858-989D61BD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52376C-D132-C9E4-CBF7-A2090C866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84E742-820D-B054-7761-1BAA16C7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13BE31-88C9-5EFE-35DB-70DAA07E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683A4-4CB8-C822-9C07-B4B3F9EF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96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4725FB-5789-3DAF-AE15-199FD65E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BE04A4-5079-B6F7-7FFE-FF7BD443B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1537AA-85D7-2FA6-AB9C-947CAD3A1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AE52AF-8C04-2752-32D9-F00BA6B7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021D21-542F-D930-EF5B-8FEDAC4F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6608A3-D809-EA34-3483-01FAF3BE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69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C79A9C-0E3F-B264-BE8A-545E51C53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BF9AAD-5FC6-DD62-D460-AEF71A54D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D7FB0E-D00B-F2DC-B7C8-C73CC095A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53107E-A346-E7E8-4D78-20E699726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191A53-B3FC-27CD-D6B4-C5C76E9D5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3FB85AA-0980-FCC2-7349-68CE02A8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34DE5E6-1E1C-0D6F-6844-C22FD1FD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883702D-8D6C-418A-79A8-F591F861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31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93BC79-1098-99E3-396C-2771D130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E981ED8-A890-95FD-23FB-0339E47D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9BD59E-5AC0-B3C6-6296-44997DE7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5059D4-FF6B-F1B1-1887-2A51E56B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41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8E2DBD-C53A-3277-11BC-7E3ABCC6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DA927DC-5030-A9F1-4A6E-6EB955FD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C2A597-14D6-D421-5CD6-A01D06B5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7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5D09C5-D9F0-FD53-F06F-1E6C05C1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A17999-0A8D-A387-DF77-FEA29E92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36F091-6558-290B-9795-B34B5BE9C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B4FD4F-1D0B-6356-A62C-9A8CF80B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4FA605-8B30-DEC9-5068-9A39F5A97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594390-6D73-00F7-C9D9-0A4F7ED6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6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76414-2841-E90B-DCB5-DF5A122D7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D5971F4-23F3-D510-9717-9CD1B957F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3B648A-5B9B-D5B8-EB73-C1D2A55E8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2EEE5-2D3A-423A-17D9-A29ABF3E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534B80-5419-1B36-0DAF-2A5A7233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5C3BB9-A787-6D3E-9E85-059D3A9D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52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0D9E4-1794-E654-8396-38BEF8B3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BFB9D95-FB2A-DE21-D497-26A08DDFD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62D424-25D6-824C-6DB4-9283C51DE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5348C5-A671-55AE-A714-63D191F4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E40F4D-2B02-245C-4F79-7BD627BF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4A657A-B641-968A-A211-C526C2DA4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68AFEF-A02B-734C-2BD3-4FDB1EC94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FD7640-6D75-5167-1FB7-95A5E23C8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DB8408-AEDC-8E58-E615-FD18EC74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56EEEC-1C2D-B5A8-AB3D-C0FB8B65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437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A3C57FC-C936-520D-82D6-BD284A85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FFA0E5-CAA8-7D64-D497-70C1CF7BD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55B359-3A76-9C86-1FB1-20FCF35B5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1651F-564A-4748-8CCE-693AE295D293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F3B29C-DDBF-A7CC-EA1F-4FA842CF6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FFE6F2-7639-285F-88C3-2FADBA73D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14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0CB895C-86D0-E833-FCEE-5C7B52E9CCAF}"/>
              </a:ext>
            </a:extLst>
          </p:cNvPr>
          <p:cNvSpPr txBox="1"/>
          <p:nvPr/>
        </p:nvSpPr>
        <p:spPr>
          <a:xfrm>
            <a:off x="308114" y="159026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系統架構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92CBAE-D150-9E5E-3FA0-71D60D818F5D}"/>
              </a:ext>
            </a:extLst>
          </p:cNvPr>
          <p:cNvSpPr/>
          <p:nvPr/>
        </p:nvSpPr>
        <p:spPr>
          <a:xfrm>
            <a:off x="2753120" y="1292088"/>
            <a:ext cx="1709531" cy="6957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AB0895E-6624-19A1-57D5-676F807137D1}"/>
              </a:ext>
            </a:extLst>
          </p:cNvPr>
          <p:cNvSpPr/>
          <p:nvPr/>
        </p:nvSpPr>
        <p:spPr>
          <a:xfrm>
            <a:off x="2862451" y="157442"/>
            <a:ext cx="1272209" cy="6957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7A20-3ADB-1033-B4BB-E2B2EBFA0A6C}"/>
              </a:ext>
            </a:extLst>
          </p:cNvPr>
          <p:cNvSpPr/>
          <p:nvPr/>
        </p:nvSpPr>
        <p:spPr>
          <a:xfrm>
            <a:off x="2753120" y="2622200"/>
            <a:ext cx="1709531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接收指令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6380DF-1438-4DFD-31B1-726C9318A15F}"/>
              </a:ext>
            </a:extLst>
          </p:cNvPr>
          <p:cNvSpPr/>
          <p:nvPr/>
        </p:nvSpPr>
        <p:spPr>
          <a:xfrm>
            <a:off x="9263267" y="682342"/>
            <a:ext cx="1709531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解析指令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4DB266-9911-AD26-E1AE-24149D682A83}"/>
              </a:ext>
            </a:extLst>
          </p:cNvPr>
          <p:cNvSpPr/>
          <p:nvPr/>
        </p:nvSpPr>
        <p:spPr>
          <a:xfrm>
            <a:off x="9263266" y="1698655"/>
            <a:ext cx="1709531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指令分派，獲取分類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FD5FE9-89D1-4724-A9FC-204A08CCE1CC}"/>
              </a:ext>
            </a:extLst>
          </p:cNvPr>
          <p:cNvSpPr/>
          <p:nvPr/>
        </p:nvSpPr>
        <p:spPr>
          <a:xfrm>
            <a:off x="10316809" y="2805059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設定參數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0E32AE-5DA1-6E0C-555B-E729DCE04BBD}"/>
              </a:ext>
            </a:extLst>
          </p:cNvPr>
          <p:cNvSpPr/>
          <p:nvPr/>
        </p:nvSpPr>
        <p:spPr>
          <a:xfrm>
            <a:off x="10316809" y="3821372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清除分類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1C8089-7A2E-0DE7-7A86-FAE180E8E15B}"/>
              </a:ext>
            </a:extLst>
          </p:cNvPr>
          <p:cNvSpPr/>
          <p:nvPr/>
        </p:nvSpPr>
        <p:spPr>
          <a:xfrm>
            <a:off x="8249473" y="2802686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配置輸出函數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883EE9-B96E-CF75-EE16-15AE6A312D52}"/>
              </a:ext>
            </a:extLst>
          </p:cNvPr>
          <p:cNvSpPr/>
          <p:nvPr/>
        </p:nvSpPr>
        <p:spPr>
          <a:xfrm>
            <a:off x="8249473" y="3873736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清除分類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D5C6627-1AB9-2C6B-0DDC-974C139A508C}"/>
              </a:ext>
            </a:extLst>
          </p:cNvPr>
          <p:cNvCxnSpPr>
            <a:stCxn id="6" idx="4"/>
            <a:endCxn id="5" idx="0"/>
          </p:cNvCxnSpPr>
          <p:nvPr/>
        </p:nvCxnSpPr>
        <p:spPr>
          <a:xfrm>
            <a:off x="3498556" y="853181"/>
            <a:ext cx="109330" cy="438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DFDB3AF-D748-A003-C8B5-120C2E2FC92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3607886" y="1987828"/>
            <a:ext cx="0" cy="634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菱形 21">
            <a:extLst>
              <a:ext uri="{FF2B5EF4-FFF2-40B4-BE49-F238E27FC236}">
                <a16:creationId xmlns:a16="http://schemas.microsoft.com/office/drawing/2014/main" id="{249F32A0-7026-BFF5-822C-F68D92735A82}"/>
              </a:ext>
            </a:extLst>
          </p:cNvPr>
          <p:cNvSpPr/>
          <p:nvPr/>
        </p:nvSpPr>
        <p:spPr>
          <a:xfrm>
            <a:off x="5559280" y="2019228"/>
            <a:ext cx="1709531" cy="74054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有指令</a:t>
            </a:r>
            <a:r>
              <a:rPr lang="en-US" altLang="zh-TW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60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02AEC9D-FEB4-C0CE-BF88-14FA0D053848}"/>
              </a:ext>
            </a:extLst>
          </p:cNvPr>
          <p:cNvSpPr txBox="1"/>
          <p:nvPr/>
        </p:nvSpPr>
        <p:spPr>
          <a:xfrm>
            <a:off x="6027247" y="1618496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F019CF-2325-F2C3-C50E-9D04B249439B}"/>
              </a:ext>
            </a:extLst>
          </p:cNvPr>
          <p:cNvSpPr/>
          <p:nvPr/>
        </p:nvSpPr>
        <p:spPr>
          <a:xfrm>
            <a:off x="3975651" y="5039782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執行配置的輸出函數</a:t>
            </a: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EEE18D4-64A4-B76A-8BE5-F5C4DCB103D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10118032" y="1323489"/>
            <a:ext cx="1" cy="375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1029B756-4339-A4FD-B05F-5FA78822A550}"/>
              </a:ext>
            </a:extLst>
          </p:cNvPr>
          <p:cNvCxnSpPr>
            <a:stCxn id="22" idx="0"/>
            <a:endCxn id="8" idx="0"/>
          </p:cNvCxnSpPr>
          <p:nvPr/>
        </p:nvCxnSpPr>
        <p:spPr>
          <a:xfrm rot="5400000" flipH="1" flipV="1">
            <a:off x="7597596" y="-501208"/>
            <a:ext cx="1336886" cy="3703987"/>
          </a:xfrm>
          <a:prstGeom prst="bentConnector3">
            <a:avLst>
              <a:gd name="adj1" fmla="val 1170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菱形 44">
            <a:extLst>
              <a:ext uri="{FF2B5EF4-FFF2-40B4-BE49-F238E27FC236}">
                <a16:creationId xmlns:a16="http://schemas.microsoft.com/office/drawing/2014/main" id="{305C4A6E-F080-ACC6-D697-8F38BE69C029}"/>
              </a:ext>
            </a:extLst>
          </p:cNvPr>
          <p:cNvSpPr/>
          <p:nvPr/>
        </p:nvSpPr>
        <p:spPr>
          <a:xfrm>
            <a:off x="3866320" y="3891093"/>
            <a:ext cx="1709531" cy="74054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已配置函數</a:t>
            </a:r>
            <a:r>
              <a:rPr lang="en-US" altLang="zh-TW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60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78E37501-8EDD-1BA2-5DCA-6A382260EF7A}"/>
              </a:ext>
            </a:extLst>
          </p:cNvPr>
          <p:cNvCxnSpPr>
            <a:stCxn id="45" idx="2"/>
            <a:endCxn id="29" idx="0"/>
          </p:cNvCxnSpPr>
          <p:nvPr/>
        </p:nvCxnSpPr>
        <p:spPr>
          <a:xfrm>
            <a:off x="4721086" y="4631633"/>
            <a:ext cx="1" cy="40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5EEA9EB-7E54-3A17-0AAB-300C0B1258EC}"/>
              </a:ext>
            </a:extLst>
          </p:cNvPr>
          <p:cNvSpPr txBox="1"/>
          <p:nvPr/>
        </p:nvSpPr>
        <p:spPr>
          <a:xfrm>
            <a:off x="4788175" y="4631633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E869784-724A-BA6F-DD69-37A12993B44E}"/>
              </a:ext>
            </a:extLst>
          </p:cNvPr>
          <p:cNvSpPr txBox="1"/>
          <p:nvPr/>
        </p:nvSpPr>
        <p:spPr>
          <a:xfrm>
            <a:off x="5915853" y="2734130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C2C4B90A-102E-61FF-978E-79B6BCA91BCD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4462651" y="2389498"/>
            <a:ext cx="1096629" cy="5532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D4191B97-870F-306C-C22E-4B0779AE600B}"/>
              </a:ext>
            </a:extLst>
          </p:cNvPr>
          <p:cNvCxnSpPr>
            <a:stCxn id="22" idx="2"/>
            <a:endCxn id="45" idx="0"/>
          </p:cNvCxnSpPr>
          <p:nvPr/>
        </p:nvCxnSpPr>
        <p:spPr>
          <a:xfrm rot="5400000">
            <a:off x="5001904" y="2478950"/>
            <a:ext cx="1131325" cy="16929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接點: 肘形 58">
            <a:extLst>
              <a:ext uri="{FF2B5EF4-FFF2-40B4-BE49-F238E27FC236}">
                <a16:creationId xmlns:a16="http://schemas.microsoft.com/office/drawing/2014/main" id="{E0C63F52-B82D-D51F-CD35-38C07915492E}"/>
              </a:ext>
            </a:extLst>
          </p:cNvPr>
          <p:cNvCxnSpPr>
            <a:stCxn id="11" idx="2"/>
            <a:endCxn id="45" idx="0"/>
          </p:cNvCxnSpPr>
          <p:nvPr/>
        </p:nvCxnSpPr>
        <p:spPr>
          <a:xfrm rot="5400000" flipH="1">
            <a:off x="7605953" y="1006227"/>
            <a:ext cx="571426" cy="6341159"/>
          </a:xfrm>
          <a:prstGeom prst="bentConnector5">
            <a:avLst>
              <a:gd name="adj1" fmla="val -40005"/>
              <a:gd name="adj2" fmla="val 49138"/>
              <a:gd name="adj3" fmla="val 1400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接點: 肘形 60">
            <a:extLst>
              <a:ext uri="{FF2B5EF4-FFF2-40B4-BE49-F238E27FC236}">
                <a16:creationId xmlns:a16="http://schemas.microsoft.com/office/drawing/2014/main" id="{0BF65DE3-FF91-E0FD-BB6E-D7D7EC5F867F}"/>
              </a:ext>
            </a:extLst>
          </p:cNvPr>
          <p:cNvCxnSpPr>
            <a:stCxn id="14" idx="1"/>
            <a:endCxn id="45" idx="0"/>
          </p:cNvCxnSpPr>
          <p:nvPr/>
        </p:nvCxnSpPr>
        <p:spPr>
          <a:xfrm rot="10800000">
            <a:off x="4721087" y="3891094"/>
            <a:ext cx="3528387" cy="303217"/>
          </a:xfrm>
          <a:prstGeom prst="bentConnector4">
            <a:avLst>
              <a:gd name="adj1" fmla="val 37887"/>
              <a:gd name="adj2" fmla="val 1753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2A50D1C7-B41B-2278-18C8-69FBFB72419B}"/>
              </a:ext>
            </a:extLst>
          </p:cNvPr>
          <p:cNvCxnSpPr>
            <a:stCxn id="29" idx="2"/>
            <a:endCxn id="7" idx="1"/>
          </p:cNvCxnSpPr>
          <p:nvPr/>
        </p:nvCxnSpPr>
        <p:spPr>
          <a:xfrm rot="5400000" flipH="1">
            <a:off x="2368026" y="3327869"/>
            <a:ext cx="2738155" cy="1967967"/>
          </a:xfrm>
          <a:prstGeom prst="bentConnector4">
            <a:avLst>
              <a:gd name="adj1" fmla="val -8349"/>
              <a:gd name="adj2" fmla="val 1656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64A48A8A-DD9F-CEB0-113F-B2CFC1094129}"/>
              </a:ext>
            </a:extLst>
          </p:cNvPr>
          <p:cNvCxnSpPr>
            <a:stCxn id="45" idx="1"/>
            <a:endCxn id="7" idx="1"/>
          </p:cNvCxnSpPr>
          <p:nvPr/>
        </p:nvCxnSpPr>
        <p:spPr>
          <a:xfrm rot="10800000">
            <a:off x="2753120" y="2942775"/>
            <a:ext cx="1113200" cy="1318589"/>
          </a:xfrm>
          <a:prstGeom prst="bentConnector3">
            <a:avLst>
              <a:gd name="adj1" fmla="val 1205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0F327025-3626-59AE-21E8-83AECD3D714E}"/>
              </a:ext>
            </a:extLst>
          </p:cNvPr>
          <p:cNvSpPr txBox="1"/>
          <p:nvPr/>
        </p:nvSpPr>
        <p:spPr>
          <a:xfrm>
            <a:off x="3192927" y="3992140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524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1FE31-6FBB-84F8-C083-D182AB1A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A51C810-7F66-7CCA-9F24-09D481D0F87F}"/>
              </a:ext>
            </a:extLst>
          </p:cNvPr>
          <p:cNvSpPr txBox="1"/>
          <p:nvPr/>
        </p:nvSpPr>
        <p:spPr>
          <a:xfrm>
            <a:off x="248479" y="268357"/>
            <a:ext cx="24481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配置輸出函數</a:t>
            </a:r>
            <a:endParaRPr lang="en-US" altLang="zh-TW" dirty="0"/>
          </a:p>
          <a:p>
            <a:r>
              <a:rPr lang="en-US" altLang="zh-TW" dirty="0" err="1"/>
              <a:t>output_mode_setting</a:t>
            </a:r>
            <a:r>
              <a:rPr lang="en-US" altLang="zh-TW" dirty="0"/>
              <a:t>()</a:t>
            </a:r>
          </a:p>
          <a:p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CE02D1-24F8-9109-2DD6-F9683D3CC338}"/>
              </a:ext>
            </a:extLst>
          </p:cNvPr>
          <p:cNvSpPr/>
          <p:nvPr/>
        </p:nvSpPr>
        <p:spPr>
          <a:xfrm>
            <a:off x="3796748" y="1311965"/>
            <a:ext cx="3011556" cy="347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切換</a:t>
            </a:r>
            <a:r>
              <a:rPr lang="en-US" altLang="zh-TW" dirty="0"/>
              <a:t>CMD</a:t>
            </a:r>
            <a:r>
              <a:rPr lang="zh-TW" altLang="en-US" dirty="0"/>
              <a:t>，配置輸出函數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D88A39-7D7D-D6BB-B4CC-62F180450F0C}"/>
              </a:ext>
            </a:extLst>
          </p:cNvPr>
          <p:cNvSpPr/>
          <p:nvPr/>
        </p:nvSpPr>
        <p:spPr>
          <a:xfrm>
            <a:off x="3617843" y="2011018"/>
            <a:ext cx="3508513" cy="347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配置輸出函數鑰匙 </a:t>
            </a:r>
            <a:r>
              <a:rPr lang="en-US" altLang="zh-TW" dirty="0" err="1"/>
              <a:t>rx</a:t>
            </a:r>
            <a:r>
              <a:rPr lang="en-US" altLang="zh-TW" dirty="0"/>
              <a:t> -&gt;</a:t>
            </a:r>
            <a:r>
              <a:rPr lang="zh-TW" altLang="en-US" dirty="0"/>
              <a:t> </a:t>
            </a:r>
            <a:r>
              <a:rPr lang="en-US" altLang="zh-TW" dirty="0" err="1"/>
              <a:t>select_fn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51646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D238-5B0E-3DE4-1B21-86E11018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045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64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6</cp:revision>
  <dcterms:created xsi:type="dcterms:W3CDTF">2026-03-18T00:02:53Z</dcterms:created>
  <dcterms:modified xsi:type="dcterms:W3CDTF">2026-03-20T02:33:53Z</dcterms:modified>
</cp:coreProperties>
</file>