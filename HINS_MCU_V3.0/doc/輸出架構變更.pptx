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56948C-B410-C220-C44D-8ABC5F9D0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0F42DE3-4FCC-E6EB-93AF-4056C0FE1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355C98-A7BC-DE78-2F90-5DB2C163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0BEAAD-4E37-0017-68A7-C03AB7943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DF0579-0D7C-9CC3-10C3-47FB16E30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7269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10EBDD-A9EC-EDA1-90A5-D7F936969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424761-403B-8E4E-5135-BD4879E7C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D470F0-C726-DF75-FB22-811B5B9A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FB0B824-46B1-082C-BE6D-256922344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93E5B5-8785-7D49-F601-FE8446CA5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091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F10B09-68D7-F4B6-1BCC-1742EEF94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96DCF5-C4A8-7F78-3277-0216A1749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3E0666-F34C-C633-182A-239CEB935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3B8391-8F64-FE79-15A1-3D30F8183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668D7E-3601-5DB4-F008-B323E044D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4126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3654CF-FE08-8B52-152A-ACAAFA1AD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713E47-57C2-81CE-A8E2-FC4CF3905E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5C837C-A17B-F845-C076-45AE899DB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266558-D7DE-B65E-67A7-637F731A7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5E4888E-E318-9C23-F7B7-97C2277D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0805B29-FF9A-72BB-622C-73E54D7E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735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015B70-042A-17C3-F3C3-D116E948A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8D499E-86F2-EE12-C90E-A6F1A5F9C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FF4CCD6-4F17-B4AC-698F-B5040148E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FAC0277-7FB4-C0E9-76AF-3A57986122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2350FB6-6E79-DD4E-81DD-1F5438E4B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7E07C2B-1300-92F9-FC9A-A592AC4AF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D89B93D-4A2B-8DA3-7BA4-F01ED355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173EF5A-9D87-86DB-0D13-7D8860A40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6923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1CAA7D-7201-FE75-272B-0523FD021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EF9FDCB-EF8C-AE17-872A-F91688E52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06EC79F-E1B1-6E9D-FB71-9515EDCA7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BAA6749-9348-3B0C-C968-80BA56DA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6283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BB1E654-DA60-0E33-E336-37EF27B08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C50E63F-AA52-9216-3E54-EBE66AE5B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AEDAEF-0336-E407-7E5A-68B148A3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4692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CEA5C0-223C-0035-7F53-4EA0FEB66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C0EED4-16F2-E734-467D-2BDDAB784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F4C29DA-D55F-505E-D2C4-5DDFBE113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2E5CE52-46AC-847F-A45D-1E69B01CD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7432827-02B6-0793-EBEE-DF591926A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738C23E-CDE0-4EFC-3872-1EADA91CC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7599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88BD02-8BE9-41AD-BB9C-9C20A1927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F17BF87-0322-437C-63C3-B384FB8847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29AB4F-C95C-87E6-94F9-E0BA7961C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61542EF-CCFC-280F-C728-1AE364179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E436CBE-B0BD-756F-E06E-EC69FC186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64DC9BA-452B-13EE-1E29-E1891140D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6514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FC1912-3F14-D4EF-3915-A4B4D3C23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7841A81-405A-EAF0-AF09-1D6015EB6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8C86B6-63DD-959B-207F-09A17CB17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122447-0D17-3526-1072-522C09F31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C36717-BA59-0857-218D-26A82199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0235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8D24D34-D3F5-E597-5ECB-6D7B8ACE36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6C3D56B-364D-F73B-920D-A3BBE661E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FAF313-6C12-53FA-D921-5C3C6137C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C1C85-C7A3-47B3-8034-437161E8CB1C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8B430E-2E11-04B2-B896-1E06EEEEF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7EDBF7-F38A-DD76-17EE-F8B8D2730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678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1DEF68A-037C-0CF7-E8DF-62BAC3B8A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49B94A5-7125-0DA0-DBBD-97E6691C1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36C0211-3B73-636D-BCE0-411153D713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C1C85-C7A3-47B3-8034-437161E8CB1C}" type="datetimeFigureOut">
              <a:rPr lang="zh-TW" altLang="en-US" smtClean="0"/>
              <a:t>2025/12/28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CF8988-702D-C25D-CDE2-0EE99FB34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835874-2E13-96EA-FD51-CEC72B6B5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39FB8E-7127-4F51-A69F-65D161E429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85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0C68F67-68DA-D5A3-637F-4F25DCE9B2BB}"/>
              </a:ext>
            </a:extLst>
          </p:cNvPr>
          <p:cNvSpPr/>
          <p:nvPr/>
        </p:nvSpPr>
        <p:spPr>
          <a:xfrm>
            <a:off x="2286001" y="187036"/>
            <a:ext cx="5966691" cy="11522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根據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 cmd 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對外部設備設定開始輸出或停止輸出數據，目前設定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啟動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FPGA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輸出時送出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sendCmd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(Serial1, HDR_ABBA, TRL_5556, 2, 2, 2);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停止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FPGA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輸出時送出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sendCmd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(Serial1, HDR_ABBA, TRL_5556, 2, 4, 2);</a:t>
            </a:r>
          </a:p>
          <a:p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需增加對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HBK_INS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設定啟動與停止方法。 設備啟動後須在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cmd_ctrl_t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rx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-&gt;run =1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，停止需讓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rx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-&gt;run =0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，此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flag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由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端控制資料輸出串流。</a:t>
            </a:r>
            <a:endParaRPr lang="en-US" altLang="zh-TW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只做一次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B68162-1C4F-EDBC-2027-F55182BE4995}"/>
              </a:ext>
            </a:extLst>
          </p:cNvPr>
          <p:cNvSpPr/>
          <p:nvPr/>
        </p:nvSpPr>
        <p:spPr>
          <a:xfrm>
            <a:off x="1895764" y="1648687"/>
            <a:ext cx="6747163" cy="6950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rx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-&gt;run =1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時，接收各個設備吐出的資料，如目前接收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FPGA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fpga_pkt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readDataStream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HBK_INS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也會有對應的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hbkins_pkt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read_hbkIns_Stream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() 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方法</a:t>
            </a:r>
            <a:endParaRPr lang="en-US" altLang="zh-TW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loop</a:t>
            </a:r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A6E6AD-4A3B-B149-2FE9-24D77411C50B}"/>
              </a:ext>
            </a:extLst>
          </p:cNvPr>
          <p:cNvSpPr/>
          <p:nvPr/>
        </p:nvSpPr>
        <p:spPr>
          <a:xfrm>
            <a:off x="1895764" y="2653140"/>
            <a:ext cx="6747162" cy="6303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fpga_pkt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與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hbkins_pkt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的原始數據放到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my_sensor_t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結構體裡面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update_raw_data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做的事情，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對應到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fpga_sensor_raw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hbkIns_sensor_raw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。若有新設備的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pkt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要新在結構體裡擴充欄位。</a:t>
            </a:r>
            <a:endParaRPr lang="zh-TW" altLang="en-US" sz="1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6084B0-7224-4245-3087-2455374DC8F0}"/>
              </a:ext>
            </a:extLst>
          </p:cNvPr>
          <p:cNvSpPr/>
          <p:nvPr/>
        </p:nvSpPr>
        <p:spPr>
          <a:xfrm>
            <a:off x="1895763" y="3609099"/>
            <a:ext cx="8190345" cy="11476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讓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fpga_sensor_raw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與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hbkIns_sensor_raw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進入各個自定義的模組，比如目前有的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sensor_data_cali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是用來校正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fpga_sensor_raw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數據，或者會有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Madgwick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ahrs_attitude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計算模組用來計算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fpga_sensor_raw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產生姿態角，計算完後將結果統一放入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my_sensor_t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的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sensor_cali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模組在資料串流啟動時才運行，並且可能需要做初始化設定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姿態角歸零、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bias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歸零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…..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etc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，因此需要接收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cmd_ctrl_t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 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結構體。</a:t>
            </a:r>
            <a:r>
              <a:rPr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若模組需要初始化時間的話，該如何設計讓使用者知道目前初始化還沒結束呢</a:t>
            </a:r>
            <a:r>
              <a:rPr lang="en-US" altLang="zh-TW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1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27E136-83E7-4285-F7BD-C626C9F42475}"/>
              </a:ext>
            </a:extLst>
          </p:cNvPr>
          <p:cNvSpPr/>
          <p:nvPr/>
        </p:nvSpPr>
        <p:spPr>
          <a:xfrm>
            <a:off x="2191039" y="5082303"/>
            <a:ext cx="6747162" cy="6303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最後根據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PC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cmd 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從 </a:t>
            </a:r>
            <a:r>
              <a:rPr lang="en-US" altLang="zh-TW" sz="1200" dirty="0" err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sensor_cali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裡挑選要輸出的數據打包並產生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CRC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後對外輸出，同樣只在資料串流啟動時才運行。</a:t>
            </a:r>
            <a:endParaRPr lang="zh-TW" altLang="en-US" sz="1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46586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F7056-BB17-D817-FD50-9EEC4EE61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4718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DA188-2859-F1A9-3759-6CC0C39E2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222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68535-6431-2F7A-91EF-B615E5FE5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33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394</Words>
  <Application>Microsoft Office PowerPoint</Application>
  <PresentationFormat>寬螢幕</PresentationFormat>
  <Paragraphs>11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微軟正黑體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博文 蕭</dc:creator>
  <cp:lastModifiedBy>博文 蕭</cp:lastModifiedBy>
  <cp:revision>5</cp:revision>
  <dcterms:created xsi:type="dcterms:W3CDTF">2025-12-28T02:06:04Z</dcterms:created>
  <dcterms:modified xsi:type="dcterms:W3CDTF">2025-12-28T06:18:38Z</dcterms:modified>
</cp:coreProperties>
</file>