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56948C-B410-C220-C44D-8ABC5F9D02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20F42DE3-4FCC-E6EB-93AF-4056C0FE1F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8355C98-A7BC-DE78-2F90-5DB2C163F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C1C85-C7A3-47B3-8034-437161E8CB1C}" type="datetimeFigureOut">
              <a:rPr lang="zh-TW" altLang="en-US" smtClean="0"/>
              <a:t>2025/12/28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50BEAAD-4E37-0017-68A7-C03AB7943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3DF0579-0D7C-9CC3-10C3-47FB16E30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9FB8E-7127-4F51-A69F-65D161E429C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77269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110EBDD-A9EC-EDA1-90A5-D7F936969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7424761-403B-8E4E-5135-BD4879E7C4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AD470F0-C726-DF75-FB22-811B5B9A9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C1C85-C7A3-47B3-8034-437161E8CB1C}" type="datetimeFigureOut">
              <a:rPr lang="zh-TW" altLang="en-US" smtClean="0"/>
              <a:t>2025/12/28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FB0B824-46B1-082C-BE6D-2569223440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D93E5B5-8785-7D49-F601-FE8446CA5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9FB8E-7127-4F51-A69F-65D161E429C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09143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F10B09-68D7-F4B6-1BCC-1742EEF94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096DCF5-C4A8-7F78-3277-0216A1749E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E3E0666-F34C-C633-182A-239CEB935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C1C85-C7A3-47B3-8034-437161E8CB1C}" type="datetimeFigureOut">
              <a:rPr lang="zh-TW" altLang="en-US" smtClean="0"/>
              <a:t>2025/12/28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A3B8391-8F64-FE79-15A1-3D30F8183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C668D7E-3601-5DB4-F008-B323E044D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9FB8E-7127-4F51-A69F-65D161E429C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941267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B3654CF-FE08-8B52-152A-ACAAFA1AD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4713E47-57C2-81CE-A8E2-FC4CF3905E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C5C837C-A17B-F845-C076-45AE899DB5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4266558-D7DE-B65E-67A7-637F731A79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C1C85-C7A3-47B3-8034-437161E8CB1C}" type="datetimeFigureOut">
              <a:rPr lang="zh-TW" altLang="en-US" smtClean="0"/>
              <a:t>2025/12/28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5E4888E-E318-9C23-F7B7-97C2277DD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0805B29-FF9A-72BB-622C-73E54D7EEB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9FB8E-7127-4F51-A69F-65D161E429C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7358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7015B70-042A-17C3-F3C3-D116E948A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48D499E-86F2-EE12-C90E-A6F1A5F9CA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FF4CCD6-4F17-B4AC-698F-B5040148ED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FAC0277-7FB4-C0E9-76AF-3A57986122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2350FB6-6E79-DD4E-81DD-1F5438E4B0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A7E07C2B-1300-92F9-FC9A-A592AC4AF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C1C85-C7A3-47B3-8034-437161E8CB1C}" type="datetimeFigureOut">
              <a:rPr lang="zh-TW" altLang="en-US" smtClean="0"/>
              <a:t>2025/12/28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2D89B93D-4A2B-8DA3-7BA4-F01ED3550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173EF5A-9D87-86DB-0D13-7D8860A40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9FB8E-7127-4F51-A69F-65D161E429C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6923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1CAA7D-7201-FE75-272B-0523FD021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9EF9FDCB-EF8C-AE17-872A-F91688E52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C1C85-C7A3-47B3-8034-437161E8CB1C}" type="datetimeFigureOut">
              <a:rPr lang="zh-TW" altLang="en-US" smtClean="0"/>
              <a:t>2025/12/28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06EC79F-E1B1-6E9D-FB71-9515EDCA7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BAA6749-9348-3B0C-C968-80BA56DA9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9FB8E-7127-4F51-A69F-65D161E429C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6283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CBB1E654-DA60-0E33-E336-37EF27B08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C1C85-C7A3-47B3-8034-437161E8CB1C}" type="datetimeFigureOut">
              <a:rPr lang="zh-TW" altLang="en-US" smtClean="0"/>
              <a:t>2025/12/28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5C50E63F-AA52-9216-3E54-EBE66AE5B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8AEDAEF-0336-E407-7E5A-68B148A39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9FB8E-7127-4F51-A69F-65D161E429C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04692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ECEA5C0-223C-0035-7F53-4EA0FEB66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BC0EED4-16F2-E734-467D-2BDDAB784D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F4C29DA-D55F-505E-D2C4-5DDFBE1130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2E5CE52-46AC-847F-A45D-1E69B01CD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C1C85-C7A3-47B3-8034-437161E8CB1C}" type="datetimeFigureOut">
              <a:rPr lang="zh-TW" altLang="en-US" smtClean="0"/>
              <a:t>2025/12/28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7432827-02B6-0793-EBEE-DF591926A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738C23E-CDE0-4EFC-3872-1EADA91CC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9FB8E-7127-4F51-A69F-65D161E429C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975996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88BD02-8BE9-41AD-BB9C-9C20A19272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2F17BF87-0322-437C-63C3-B384FB8847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B29AB4F-C95C-87E6-94F9-E0BA7961C0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61542EF-CCFC-280F-C728-1AE3641795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C1C85-C7A3-47B3-8034-437161E8CB1C}" type="datetimeFigureOut">
              <a:rPr lang="zh-TW" altLang="en-US" smtClean="0"/>
              <a:t>2025/12/28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E436CBE-B0BD-756F-E06E-EC69FC186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64DC9BA-452B-13EE-1E29-E1891140D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9FB8E-7127-4F51-A69F-65D161E429C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6514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FC1912-3F14-D4EF-3915-A4B4D3C23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7841A81-405A-EAF0-AF09-1D6015EB63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98C86B6-63DD-959B-207F-09A17CB17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C1C85-C7A3-47B3-8034-437161E8CB1C}" type="datetimeFigureOut">
              <a:rPr lang="zh-TW" altLang="en-US" smtClean="0"/>
              <a:t>2025/12/28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4122447-0D17-3526-1072-522C09F31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6C36717-BA59-0857-218D-26A821997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9FB8E-7127-4F51-A69F-65D161E429C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502351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C8D24D34-D3F5-E597-5ECB-6D7B8ACE36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6C3D56B-364D-F73B-920D-A3BBE661E0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7FAF313-6C12-53FA-D921-5C3C6137C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C1C85-C7A3-47B3-8034-437161E8CB1C}" type="datetimeFigureOut">
              <a:rPr lang="zh-TW" altLang="en-US" smtClean="0"/>
              <a:t>2025/12/28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58B430E-2E11-04B2-B896-1E06EEEEF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D7EDBF7-F38A-DD76-17EE-F8B8D2730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9FB8E-7127-4F51-A69F-65D161E429C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67842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71DEF68A-037C-0CF7-E8DF-62BAC3B8A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49B94A5-7125-0DA0-DBBD-97E6691C18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36C0211-3B73-636D-BCE0-411153D713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2C1C85-C7A3-47B3-8034-437161E8CB1C}" type="datetimeFigureOut">
              <a:rPr lang="zh-TW" altLang="en-US" smtClean="0"/>
              <a:t>2025/12/28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CCF8988-702D-C25D-CDE2-0EE99FB34E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1835874-2E13-96EA-FD51-CEC72B6B56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39FB8E-7127-4F51-A69F-65D161E429C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1858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60C68F67-68DA-D5A3-637F-4F25DCE9B2BB}"/>
              </a:ext>
            </a:extLst>
          </p:cNvPr>
          <p:cNvSpPr/>
          <p:nvPr/>
        </p:nvSpPr>
        <p:spPr>
          <a:xfrm>
            <a:off x="2286001" y="187036"/>
            <a:ext cx="5966691" cy="115223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根據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PC cmd 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對外部設備設定開始輸出或停止輸出數據，目前設定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</a:p>
          <a:p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啟動 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FPGA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輸出時送出 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sendCmd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(Serial1, HDR_ABBA, TRL_5556, 2, 2, 2);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en-US" altLang="zh-TW" sz="12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停止 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FPGA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輸出時送出 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sendCmd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(Serial1, HDR_ABBA, TRL_5556, 2, 4, 2);</a:t>
            </a:r>
          </a:p>
          <a:p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需增加對 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HBK_INS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設定啟動與停止方法。 設備啟動後須在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cmd_ctrl_t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* 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rx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-&gt;run =1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，停止需讓 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rx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-&gt;run =0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，此 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flag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由 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PC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端控制資料輸出串流。</a:t>
            </a:r>
            <a:endParaRPr lang="en-US" altLang="zh-TW" sz="12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20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只做一次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BB68162-1C4F-EDBC-2027-F55182BE4995}"/>
              </a:ext>
            </a:extLst>
          </p:cNvPr>
          <p:cNvSpPr/>
          <p:nvPr/>
        </p:nvSpPr>
        <p:spPr>
          <a:xfrm>
            <a:off x="1895764" y="1648687"/>
            <a:ext cx="6747163" cy="69503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rx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-&gt;run =1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時，接收各個設備吐出的資料，如目前接收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FPGA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fpga_pkt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=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readDataStream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()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，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HBK_INS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也會有對應的 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hbkins_pkt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=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read_hbkIns_Stream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() 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方法</a:t>
            </a:r>
            <a:endParaRPr lang="en-US" altLang="zh-TW" sz="12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20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在</a:t>
            </a:r>
            <a:r>
              <a:rPr lang="en-US" altLang="zh-TW" sz="120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loop</a:t>
            </a:r>
            <a:r>
              <a:rPr lang="zh-TW" altLang="en-US" sz="120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裡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4A6E6AD-4A3B-B149-2FE9-24D77411C50B}"/>
              </a:ext>
            </a:extLst>
          </p:cNvPr>
          <p:cNvSpPr/>
          <p:nvPr/>
        </p:nvSpPr>
        <p:spPr>
          <a:xfrm>
            <a:off x="1895764" y="2653140"/>
            <a:ext cx="6747162" cy="63038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將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fpga_pkt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與 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hbkins_pkt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的原始數據放到 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my_sensor_t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結構體裡面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如 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update_raw_data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()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做的事情，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對應到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fpga_sensor_raw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hbkIns_sensor_raw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。若有新設備的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pkt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要新在結構體裡擴充欄位。</a:t>
            </a:r>
            <a:endParaRPr lang="zh-TW" altLang="en-US" sz="1200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56084B0-7224-4245-3087-2455374DC8F0}"/>
              </a:ext>
            </a:extLst>
          </p:cNvPr>
          <p:cNvSpPr/>
          <p:nvPr/>
        </p:nvSpPr>
        <p:spPr>
          <a:xfrm>
            <a:off x="1895763" y="3609099"/>
            <a:ext cx="8190345" cy="11476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讓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fpga_sensor_raw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與 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hbkIns_sensor_raw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進入各個自定義的模組，比如目前有的 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sensor_data_cali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()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是用來校正 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fpga_sensor_raw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數據，或者會有 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Madgwick 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ahrs_attitude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計算模組用來計算 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fpga_sensor_raw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產生姿態角，計算完後將結果統一放入 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my_sensor_t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的 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sensor_cali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。模組在資料串流啟動時才運行，並且可能需要做初始化設定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姿態角歸零、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bias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歸零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…..</a:t>
            </a:r>
            <a:r>
              <a:rPr lang="en-US" altLang="zh-TW" sz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etc)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，因此需要接收 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cmd_ctrl_t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* 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結構體。</a:t>
            </a:r>
          </a:p>
        </p:txBody>
      </p:sp>
    </p:spTree>
    <p:extLst>
      <p:ext uri="{BB962C8B-B14F-4D97-AF65-F5344CB8AC3E}">
        <p14:creationId xmlns:p14="http://schemas.microsoft.com/office/powerpoint/2010/main" val="1346586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F7056-BB17-D817-FD50-9EEC4EE61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4718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DA188-2859-F1A9-3759-6CC0C39E2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1222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68535-6431-2F7A-91EF-B615E5FE5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2333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341</Words>
  <Application>Microsoft Office PowerPoint</Application>
  <PresentationFormat>寬螢幕</PresentationFormat>
  <Paragraphs>9</Paragraphs>
  <Slides>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9" baseType="lpstr">
      <vt:lpstr>微軟正黑體</vt:lpstr>
      <vt:lpstr>Aptos</vt:lpstr>
      <vt:lpstr>Aptos Display</vt:lpstr>
      <vt:lpstr>Arial</vt:lpstr>
      <vt:lpstr>Office 佈景主題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博文 蕭</dc:creator>
  <cp:lastModifiedBy>博文 蕭</cp:lastModifiedBy>
  <cp:revision>4</cp:revision>
  <dcterms:created xsi:type="dcterms:W3CDTF">2025-12-28T02:06:04Z</dcterms:created>
  <dcterms:modified xsi:type="dcterms:W3CDTF">2025-12-28T03:08:09Z</dcterms:modified>
</cp:coreProperties>
</file>