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EE4D8-1E0B-0326-0E00-5EEFBEB1B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F424C5-42B0-9FE4-FA8C-592EE5386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E3EDF8-45A5-4583-0D47-23445646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A962E8-8624-4C14-A55E-F20C0C08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F82094-F59F-B8C1-D24F-10E89BA8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96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D36FD-8D7B-29BC-7FE7-252E691C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7DF443-0EF9-2098-260A-BCF37FF53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477AA5-4ED0-CA34-1CEE-A9AA8CE8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1E3A08-B164-5A1A-A0AB-840E7A328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4C95E5-B13F-9F6A-9245-CF542FD9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01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05EB6-F427-A2EF-8A0E-712F3B7E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D05427-782A-C1C2-61E0-C8077D61F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6C1CEA-C15D-9638-998C-68694F59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A9E7C6-B793-BB41-0ED0-3F667658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CC7E57-5921-0C06-196E-24B884A4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722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2D28A9-2BE6-A922-BB4F-B69F722C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B4BC6A-9476-DB36-C95C-A6E5AE3A6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E89941-22F7-C691-B0E4-A046A2FFD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40B90C-37AC-C6D1-5062-A1BC47E5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23A0A2-B32B-AAF0-99D1-7FABBC1E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49180C6-625A-BCF9-C619-9114324E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527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FD9AEE-9AAF-8106-E970-B01959214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FD0BFA-794D-9356-528A-9A11995F7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196EC6-3850-9BC2-4D9F-AD6ACAA76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DF4258A-FA0D-793C-478B-DBA372C1F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474ADF0-78FA-C153-4826-3B3F75431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4269606-34A6-F18B-B65A-EDD68472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AC85E9-B77D-B29A-4019-B3D419E8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23343C7-2A3D-6DF1-43AF-74955250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50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E7F65-0EE5-D260-435E-54046326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6C3B943-CE1A-258B-8F6A-FDCD5AF3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2DB8EB-4705-4BD6-E0C3-DB7576FD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693974-9267-423E-8E3E-EC728BE8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69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C8D3CCE-84E5-6F3C-7ABF-5A7AF56F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6BA882-A364-0962-3A1B-2715A75B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8735D6-E4D0-CF27-9072-8879B529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0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D8CE28-176E-704A-2402-DCD8E71A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BCE88B-9129-F112-697C-55061F3CC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B3C2AF-0848-3489-941F-D545D8E7E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795D6C8-101E-EFE8-71E3-FBED35E4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11CB02-16D0-C782-962A-3F14678C2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43F78DE-6399-D513-9900-6F18784C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4EAD0E-A3EB-127D-5F15-CA3B71FF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1A8177E-D128-095E-6D5C-7B38F392C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73B80DE-0253-7F02-C12C-BC7A170B9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06BA64-03CE-A16E-A12F-FC6D4CAF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8A4CAE-1153-5B9D-9F21-CAB258C2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648E7E-62A3-F743-91FE-CBC492C3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30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2C6D25-7F8B-0D92-64D3-AF41A17F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6347B9-0EFD-6831-FA07-E54F8841E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7A6302-791E-3F22-1B64-C39D4DEF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E967BF-D725-4238-BE10-FE07DB4BC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ADC91A-615E-4956-F012-17B5A639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1848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674A9FA-4793-E167-22A8-C812D1A35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A15E94-9526-494E-3722-EB189741C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0347C2-7FF7-E474-7B41-D2594C91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73AE1-AADB-321C-997E-27BA929D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6744DA-67EF-1431-266F-370F3D46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54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CA5E8E5-C609-E4DD-FF21-1E8215D1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7B18C8-67DB-51C9-F639-90DB2891F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3B91E2-0030-DD1F-36D4-631DA3785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B16AF-3E46-40C6-8580-B5267BBCAF51}" type="datetimeFigureOut">
              <a:rPr lang="zh-TW" altLang="en-US" smtClean="0"/>
              <a:t>2026/1/23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FA8929-B228-9872-3F7F-CA39F7CB1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C97D6D-580D-E074-B05E-02B138D65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51799-510B-4CC5-9388-30107F62B1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59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200C558-E074-B429-CEAA-4A0210FE91AC}"/>
              </a:ext>
            </a:extLst>
          </p:cNvPr>
          <p:cNvSpPr txBox="1"/>
          <p:nvPr/>
        </p:nvSpPr>
        <p:spPr>
          <a:xfrm>
            <a:off x="337930" y="278295"/>
            <a:ext cx="3099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印出送入的 </a:t>
            </a:r>
            <a:r>
              <a:rPr lang="en-US" altLang="zh-TW" dirty="0"/>
              <a:t>cmd: </a:t>
            </a:r>
          </a:p>
          <a:p>
            <a:r>
              <a:rPr lang="zh-TW" altLang="en-US" dirty="0"/>
              <a:t>位置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parameter_service.cpp</a:t>
            </a:r>
            <a:r>
              <a:rPr lang="zh-TW" altLang="en-US" dirty="0"/>
              <a:t> </a:t>
            </a:r>
          </a:p>
        </p:txBody>
      </p:sp>
      <p:pic>
        <p:nvPicPr>
          <p:cNvPr id="6" name="圖片 5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907EBDF1-CAB4-48DF-74B4-6DAF32237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69" y="601460"/>
            <a:ext cx="5253065" cy="580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5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FBF3-686A-EA26-1525-DC6C129A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1C6B9CD-5349-A5ED-37DD-A8B0515C3E47}"/>
              </a:ext>
            </a:extLst>
          </p:cNvPr>
          <p:cNvSpPr txBox="1"/>
          <p:nvPr/>
        </p:nvSpPr>
        <p:spPr>
          <a:xfrm>
            <a:off x="337930" y="278295"/>
            <a:ext cx="2288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印出</a:t>
            </a:r>
            <a:r>
              <a:rPr lang="en-US" altLang="zh-TW" dirty="0"/>
              <a:t>CV7 </a:t>
            </a:r>
            <a:r>
              <a:rPr lang="zh-TW" altLang="en-US" dirty="0"/>
              <a:t>回傳的</a:t>
            </a:r>
            <a:r>
              <a:rPr lang="en-US" altLang="zh-TW" dirty="0"/>
              <a:t>MIP: </a:t>
            </a:r>
          </a:p>
          <a:p>
            <a:r>
              <a:rPr lang="zh-TW" altLang="en-US" dirty="0"/>
              <a:t>位置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hins_link.cpp</a:t>
            </a:r>
            <a:endParaRPr lang="zh-TW" altLang="en-US" dirty="0"/>
          </a:p>
        </p:txBody>
      </p:sp>
      <p:pic>
        <p:nvPicPr>
          <p:cNvPr id="4" name="圖片 3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5D0C3A8F-6C30-0051-2C6F-838D699FD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24" y="1239564"/>
            <a:ext cx="6182588" cy="4915586"/>
          </a:xfrm>
          <a:prstGeom prst="rect">
            <a:avLst/>
          </a:prstGeom>
        </p:spPr>
      </p:pic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2C2AFF5D-C982-147B-B660-22EC3A6C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641" y="2335092"/>
            <a:ext cx="4344006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1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29988-2A6C-BFA9-40B7-80EF2583A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21569DE7-0437-DA1F-2856-D5EB52F31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49" y="2412637"/>
            <a:ext cx="4848902" cy="12574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37600B-EEC3-6EB9-3FFB-24070BF30630}"/>
              </a:ext>
            </a:extLst>
          </p:cNvPr>
          <p:cNvSpPr txBox="1"/>
          <p:nvPr/>
        </p:nvSpPr>
        <p:spPr>
          <a:xfrm>
            <a:off x="536714" y="228599"/>
            <a:ext cx="9949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效果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Terminal </a:t>
            </a:r>
            <a:r>
              <a:rPr lang="zh-TW" altLang="en-US" dirty="0"/>
              <a:t>輸入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effectLst/>
              </a:rPr>
              <a:t>BC CB 97 0A </a:t>
            </a:r>
            <a:r>
              <a:rPr lang="en-US" altLang="zh-TW" dirty="0">
                <a:solidFill>
                  <a:srgbClr val="FF0000"/>
                </a:solidFill>
                <a:effectLst/>
              </a:rPr>
              <a:t>75 65 0C 04 04 41 02 01 32 9F </a:t>
            </a:r>
            <a:r>
              <a:rPr lang="en-US" altLang="zh-TW" dirty="0">
                <a:effectLst/>
              </a:rPr>
              <a:t>51 52</a:t>
            </a:r>
            <a:br>
              <a:rPr lang="en-US" altLang="zh-TW" dirty="0">
                <a:effectLst/>
              </a:rPr>
            </a:br>
            <a:r>
              <a:rPr lang="en-US" altLang="zh-TW" dirty="0">
                <a:effectLst/>
              </a:rPr>
              <a:t>Terminal </a:t>
            </a:r>
            <a:r>
              <a:rPr lang="zh-TW" altLang="en-US" dirty="0">
                <a:effectLst/>
              </a:rPr>
              <a:t>輸出</a:t>
            </a:r>
            <a:r>
              <a:rPr lang="en-US" altLang="zh-TW" dirty="0">
                <a:effectLst/>
              </a:rPr>
              <a:t>:</a:t>
            </a:r>
            <a:r>
              <a:rPr lang="zh-TW" altLang="en-US" dirty="0">
                <a:effectLst/>
              </a:rPr>
              <a:t> </a:t>
            </a:r>
            <a:r>
              <a:rPr lang="it-IT" altLang="zh-TW" dirty="0">
                <a:effectLst/>
              </a:rPr>
              <a:t>FA A1 97 00 00 00 39 86 FA A2 97 00 10 00 </a:t>
            </a:r>
            <a:r>
              <a:rPr lang="it-IT" altLang="zh-TW" dirty="0">
                <a:solidFill>
                  <a:srgbClr val="FF0000"/>
                </a:solidFill>
                <a:effectLst/>
              </a:rPr>
              <a:t>75 65 0C 0A 04 F1 41 00 06 C1 01 05 21 00 14 6C </a:t>
            </a:r>
            <a:r>
              <a:rPr lang="it-IT" altLang="zh-TW" dirty="0">
                <a:effectLst/>
              </a:rPr>
              <a:t>E1 9A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67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8BCA-7681-976A-C28B-F16DCE2C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2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</Words>
  <Application>Microsoft Office PowerPoint</Application>
  <PresentationFormat>寬螢幕</PresentationFormat>
  <Paragraphs>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1</cp:revision>
  <dcterms:created xsi:type="dcterms:W3CDTF">2026-01-23T01:15:47Z</dcterms:created>
  <dcterms:modified xsi:type="dcterms:W3CDTF">2026-01-23T01:25:00Z</dcterms:modified>
</cp:coreProperties>
</file>